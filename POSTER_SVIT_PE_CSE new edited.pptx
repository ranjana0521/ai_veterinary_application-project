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56" r:id="rId2"/>
  </p:sldIdLst>
  <p:sldSz cx="32918400" cy="43891200"/>
  <p:notesSz cx="32099250" cy="43748325"/>
  <p:defaultTextStyle>
    <a:defPPr>
      <a:defRPr lang="en-US"/>
    </a:defPPr>
    <a:lvl1pPr algn="ctr" rtl="0" fontAlgn="base">
      <a:spcBef>
        <a:spcPct val="0"/>
      </a:spcBef>
      <a:spcAft>
        <a:spcPct val="0"/>
      </a:spcAft>
      <a:defRPr sz="8600" kern="1200">
        <a:solidFill>
          <a:schemeClr val="tx1"/>
        </a:solidFill>
        <a:latin typeface="Arial" panose="020B0604020202020204" pitchFamily="34" charset="0"/>
        <a:ea typeface="+mn-ea"/>
        <a:cs typeface="+mn-cs"/>
      </a:defRPr>
    </a:lvl1pPr>
    <a:lvl2pPr marL="457200" algn="ctr" rtl="0" fontAlgn="base">
      <a:spcBef>
        <a:spcPct val="0"/>
      </a:spcBef>
      <a:spcAft>
        <a:spcPct val="0"/>
      </a:spcAft>
      <a:defRPr sz="8600" kern="1200">
        <a:solidFill>
          <a:schemeClr val="tx1"/>
        </a:solidFill>
        <a:latin typeface="Arial" panose="020B0604020202020204" pitchFamily="34" charset="0"/>
        <a:ea typeface="+mn-ea"/>
        <a:cs typeface="+mn-cs"/>
      </a:defRPr>
    </a:lvl2pPr>
    <a:lvl3pPr marL="914400" algn="ctr" rtl="0" fontAlgn="base">
      <a:spcBef>
        <a:spcPct val="0"/>
      </a:spcBef>
      <a:spcAft>
        <a:spcPct val="0"/>
      </a:spcAft>
      <a:defRPr sz="8600" kern="1200">
        <a:solidFill>
          <a:schemeClr val="tx1"/>
        </a:solidFill>
        <a:latin typeface="Arial" panose="020B0604020202020204" pitchFamily="34" charset="0"/>
        <a:ea typeface="+mn-ea"/>
        <a:cs typeface="+mn-cs"/>
      </a:defRPr>
    </a:lvl3pPr>
    <a:lvl4pPr marL="1371600" algn="ctr" rtl="0" fontAlgn="base">
      <a:spcBef>
        <a:spcPct val="0"/>
      </a:spcBef>
      <a:spcAft>
        <a:spcPct val="0"/>
      </a:spcAft>
      <a:defRPr sz="8600" kern="1200">
        <a:solidFill>
          <a:schemeClr val="tx1"/>
        </a:solidFill>
        <a:latin typeface="Arial" panose="020B0604020202020204" pitchFamily="34" charset="0"/>
        <a:ea typeface="+mn-ea"/>
        <a:cs typeface="+mn-cs"/>
      </a:defRPr>
    </a:lvl4pPr>
    <a:lvl5pPr marL="1828800" algn="ctr" rtl="0" fontAlgn="base">
      <a:spcBef>
        <a:spcPct val="0"/>
      </a:spcBef>
      <a:spcAft>
        <a:spcPct val="0"/>
      </a:spcAft>
      <a:defRPr sz="8600" kern="1200">
        <a:solidFill>
          <a:schemeClr val="tx1"/>
        </a:solidFill>
        <a:latin typeface="Arial" panose="020B0604020202020204" pitchFamily="34" charset="0"/>
        <a:ea typeface="+mn-ea"/>
        <a:cs typeface="+mn-cs"/>
      </a:defRPr>
    </a:lvl5pPr>
    <a:lvl6pPr marL="2286000" algn="l" defTabSz="914400" rtl="0" eaLnBrk="1" latinLnBrk="0" hangingPunct="1">
      <a:defRPr sz="8600" kern="1200">
        <a:solidFill>
          <a:schemeClr val="tx1"/>
        </a:solidFill>
        <a:latin typeface="Arial" panose="020B0604020202020204" pitchFamily="34" charset="0"/>
        <a:ea typeface="+mn-ea"/>
        <a:cs typeface="+mn-cs"/>
      </a:defRPr>
    </a:lvl6pPr>
    <a:lvl7pPr marL="2743200" algn="l" defTabSz="914400" rtl="0" eaLnBrk="1" latinLnBrk="0" hangingPunct="1">
      <a:defRPr sz="8600" kern="1200">
        <a:solidFill>
          <a:schemeClr val="tx1"/>
        </a:solidFill>
        <a:latin typeface="Arial" panose="020B0604020202020204" pitchFamily="34" charset="0"/>
        <a:ea typeface="+mn-ea"/>
        <a:cs typeface="+mn-cs"/>
      </a:defRPr>
    </a:lvl7pPr>
    <a:lvl8pPr marL="3200400" algn="l" defTabSz="914400" rtl="0" eaLnBrk="1" latinLnBrk="0" hangingPunct="1">
      <a:defRPr sz="8600" kern="1200">
        <a:solidFill>
          <a:schemeClr val="tx1"/>
        </a:solidFill>
        <a:latin typeface="Arial" panose="020B0604020202020204" pitchFamily="34" charset="0"/>
        <a:ea typeface="+mn-ea"/>
        <a:cs typeface="+mn-cs"/>
      </a:defRPr>
    </a:lvl8pPr>
    <a:lvl9pPr marL="3657600" algn="l" defTabSz="914400" rtl="0" eaLnBrk="1" latinLnBrk="0" hangingPunct="1">
      <a:defRPr sz="8600"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6413">
          <p15:clr>
            <a:srgbClr val="A4A3A4"/>
          </p15:clr>
        </p15:guide>
        <p15:guide id="2" orient="horz" pos="27020">
          <p15:clr>
            <a:srgbClr val="A4A3A4"/>
          </p15:clr>
        </p15:guide>
        <p15:guide id="3" orient="horz" pos="2864">
          <p15:clr>
            <a:srgbClr val="A4A3A4"/>
          </p15:clr>
        </p15:guide>
        <p15:guide id="4" pos="103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99"/>
    <a:srgbClr val="66CCFF"/>
    <a:srgbClr val="003064"/>
    <a:srgbClr val="EA2A2A"/>
    <a:srgbClr val="FF0000"/>
    <a:srgbClr val="000000"/>
    <a:srgbClr val="99FFCC"/>
    <a:srgbClr val="002164"/>
    <a:srgbClr val="C0C0C0"/>
    <a:srgbClr val="0046D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FEA8228-FB06-4B5C-B947-D116DF98B2FD}" v="1" dt="2025-11-26T08:53:08.387"/>
    <p1510:client id="{D7FF753B-40D9-4781-88EF-1AE58C567415}" v="9" dt="2025-11-25T14:05:32.29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p:restoredLeft sz="15620"/>
    <p:restoredTop sz="98284" autoAdjust="0"/>
  </p:normalViewPr>
  <p:slideViewPr>
    <p:cSldViewPr snapToGrid="0">
      <p:cViewPr>
        <p:scale>
          <a:sx n="37" d="100"/>
          <a:sy n="37" d="100"/>
        </p:scale>
        <p:origin x="864" y="-7243"/>
      </p:cViewPr>
      <p:guideLst>
        <p:guide orient="horz" pos="6413"/>
        <p:guide orient="horz" pos="27020"/>
        <p:guide orient="horz" pos="2864"/>
        <p:guide pos="10337"/>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 Id="rId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hima k" userId="7e14d4e5f8826162" providerId="LiveId" clId="{AC030B5E-F171-4F59-9F86-2FD944E1DCFC}"/>
    <pc:docChg chg="custSel modSld">
      <pc:chgData name="mahima k" userId="7e14d4e5f8826162" providerId="LiveId" clId="{AC030B5E-F171-4F59-9F86-2FD944E1DCFC}" dt="2025-11-26T08:53:21.272" v="293" actId="113"/>
      <pc:docMkLst>
        <pc:docMk/>
      </pc:docMkLst>
      <pc:sldChg chg="modSp mod">
        <pc:chgData name="mahima k" userId="7e14d4e5f8826162" providerId="LiveId" clId="{AC030B5E-F171-4F59-9F86-2FD944E1DCFC}" dt="2025-11-26T08:53:21.272" v="293" actId="113"/>
        <pc:sldMkLst>
          <pc:docMk/>
          <pc:sldMk cId="0" sldId="256"/>
        </pc:sldMkLst>
        <pc:spChg chg="mod">
          <ac:chgData name="mahima k" userId="7e14d4e5f8826162" providerId="LiveId" clId="{AC030B5E-F171-4F59-9F86-2FD944E1DCFC}" dt="2025-11-26T08:53:21.272" v="293" actId="113"/>
          <ac:spMkLst>
            <pc:docMk/>
            <pc:sldMk cId="0" sldId="256"/>
            <ac:spMk id="54" creationId="{00000000-0000-0000-0000-000000000000}"/>
          </ac:spMkLst>
        </pc:spChg>
        <pc:graphicFrameChg chg="modGraphic">
          <ac:chgData name="mahima k" userId="7e14d4e5f8826162" providerId="LiveId" clId="{AC030B5E-F171-4F59-9F86-2FD944E1DCFC}" dt="2025-11-26T08:35:01.365" v="276" actId="255"/>
          <ac:graphicFrameMkLst>
            <pc:docMk/>
            <pc:sldMk cId="0" sldId="256"/>
            <ac:graphicFrameMk id="5"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2"/>
            <a:ext cx="13909677" cy="2187419"/>
          </a:xfrm>
          <a:prstGeom prst="rect">
            <a:avLst/>
          </a:prstGeom>
          <a:noFill/>
          <a:ln w="9525">
            <a:noFill/>
            <a:miter lim="800000"/>
          </a:ln>
          <a:effectLst/>
        </p:spPr>
        <p:txBody>
          <a:bodyPr vert="horz" wrap="square" lIns="434706" tIns="217353" rIns="434706" bIns="217353" numCol="1" anchor="t" anchorCtr="0" compatLnSpc="1"/>
          <a:lstStyle>
            <a:lvl1pPr algn="l">
              <a:defRPr sz="5700"/>
            </a:lvl1pPr>
          </a:lstStyle>
          <a:p>
            <a:endParaRPr lang="en-US" dirty="0"/>
          </a:p>
        </p:txBody>
      </p:sp>
      <p:sp>
        <p:nvSpPr>
          <p:cNvPr id="3075" name="Rectangle 3"/>
          <p:cNvSpPr>
            <a:spLocks noGrp="1" noChangeArrowheads="1"/>
          </p:cNvSpPr>
          <p:nvPr>
            <p:ph type="dt" idx="1"/>
          </p:nvPr>
        </p:nvSpPr>
        <p:spPr bwMode="auto">
          <a:xfrm>
            <a:off x="18181987" y="2"/>
            <a:ext cx="13909677" cy="2187419"/>
          </a:xfrm>
          <a:prstGeom prst="rect">
            <a:avLst/>
          </a:prstGeom>
          <a:noFill/>
          <a:ln w="9525">
            <a:noFill/>
            <a:miter lim="800000"/>
          </a:ln>
          <a:effectLst/>
        </p:spPr>
        <p:txBody>
          <a:bodyPr vert="horz" wrap="square" lIns="434706" tIns="217353" rIns="434706" bIns="217353" numCol="1" anchor="t" anchorCtr="0" compatLnSpc="1"/>
          <a:lstStyle>
            <a:lvl1pPr algn="r">
              <a:defRPr sz="5700"/>
            </a:lvl1pPr>
          </a:lstStyle>
          <a:p>
            <a:endParaRPr lang="en-US" dirty="0"/>
          </a:p>
        </p:txBody>
      </p:sp>
      <p:sp>
        <p:nvSpPr>
          <p:cNvPr id="3076" name="Rectangle 4"/>
          <p:cNvSpPr>
            <a:spLocks noGrp="1" noRot="1" noChangeAspect="1" noChangeArrowheads="1" noTextEdit="1"/>
          </p:cNvSpPr>
          <p:nvPr>
            <p:ph type="sldImg" idx="2"/>
          </p:nvPr>
        </p:nvSpPr>
        <p:spPr bwMode="auto">
          <a:xfrm>
            <a:off x="9899650" y="3276600"/>
            <a:ext cx="12307888" cy="16409988"/>
          </a:xfrm>
          <a:prstGeom prst="rect">
            <a:avLst/>
          </a:prstGeom>
          <a:noFill/>
          <a:ln w="9525">
            <a:solidFill>
              <a:srgbClr val="000000"/>
            </a:solidFill>
            <a:miter lim="800000"/>
          </a:ln>
          <a:effectLst/>
        </p:spPr>
      </p:sp>
      <p:sp>
        <p:nvSpPr>
          <p:cNvPr id="3077" name="Rectangle 5"/>
          <p:cNvSpPr>
            <a:spLocks noGrp="1" noChangeArrowheads="1"/>
          </p:cNvSpPr>
          <p:nvPr>
            <p:ph type="body" sz="quarter" idx="3"/>
          </p:nvPr>
        </p:nvSpPr>
        <p:spPr bwMode="auto">
          <a:xfrm>
            <a:off x="3209927" y="20784215"/>
            <a:ext cx="25679400" cy="19686744"/>
          </a:xfrm>
          <a:prstGeom prst="rect">
            <a:avLst/>
          </a:prstGeom>
          <a:noFill/>
          <a:ln w="9525">
            <a:noFill/>
            <a:miter lim="800000"/>
          </a:ln>
          <a:effectLst/>
        </p:spPr>
        <p:txBody>
          <a:bodyPr vert="horz" wrap="square" lIns="434706" tIns="217353" rIns="434706" bIns="217353" numCol="1" anchor="t" anchorCtr="0" compatLnSpc="1"/>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078" name="Rectangle 6"/>
          <p:cNvSpPr>
            <a:spLocks noGrp="1" noChangeArrowheads="1"/>
          </p:cNvSpPr>
          <p:nvPr>
            <p:ph type="ftr" sz="quarter" idx="4"/>
          </p:nvPr>
        </p:nvSpPr>
        <p:spPr bwMode="auto">
          <a:xfrm>
            <a:off x="0" y="41553394"/>
            <a:ext cx="13909677" cy="2187419"/>
          </a:xfrm>
          <a:prstGeom prst="rect">
            <a:avLst/>
          </a:prstGeom>
          <a:noFill/>
          <a:ln w="9525">
            <a:noFill/>
            <a:miter lim="800000"/>
          </a:ln>
          <a:effectLst/>
        </p:spPr>
        <p:txBody>
          <a:bodyPr vert="horz" wrap="square" lIns="434706" tIns="217353" rIns="434706" bIns="217353" numCol="1" anchor="b" anchorCtr="0" compatLnSpc="1"/>
          <a:lstStyle>
            <a:lvl1pPr algn="l">
              <a:defRPr sz="5700"/>
            </a:lvl1pPr>
          </a:lstStyle>
          <a:p>
            <a:endParaRPr lang="en-US" dirty="0"/>
          </a:p>
        </p:txBody>
      </p:sp>
      <p:sp>
        <p:nvSpPr>
          <p:cNvPr id="3079" name="Rectangle 7"/>
          <p:cNvSpPr>
            <a:spLocks noGrp="1" noChangeArrowheads="1"/>
          </p:cNvSpPr>
          <p:nvPr>
            <p:ph type="sldNum" sz="quarter" idx="5"/>
          </p:nvPr>
        </p:nvSpPr>
        <p:spPr bwMode="auto">
          <a:xfrm>
            <a:off x="18181987" y="41553394"/>
            <a:ext cx="13909677" cy="2187419"/>
          </a:xfrm>
          <a:prstGeom prst="rect">
            <a:avLst/>
          </a:prstGeom>
          <a:noFill/>
          <a:ln w="9525">
            <a:noFill/>
            <a:miter lim="800000"/>
          </a:ln>
          <a:effectLst/>
        </p:spPr>
        <p:txBody>
          <a:bodyPr vert="horz" wrap="square" lIns="434706" tIns="217353" rIns="434706" bIns="217353" numCol="1" anchor="b" anchorCtr="0" compatLnSpc="1"/>
          <a:lstStyle>
            <a:lvl1pPr algn="r">
              <a:defRPr sz="5700"/>
            </a:lvl1pPr>
          </a:lstStyle>
          <a:p>
            <a:fld id="{7FB84CA5-7362-492D-8EBC-472296314F28}" type="slidenum">
              <a:rPr lang="en-US"/>
              <a:t>‹#›</a:t>
            </a:fld>
            <a:endParaRPr lang="en-US" dirty="0"/>
          </a:p>
        </p:txBody>
      </p:sp>
    </p:spTree>
    <p:extLst>
      <p:ext uri="{BB962C8B-B14F-4D97-AF65-F5344CB8AC3E}">
        <p14:creationId xmlns:p14="http://schemas.microsoft.com/office/powerpoint/2010/main" val="3090085817"/>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anose="020B0604020202020204" pitchFamily="34" charset="0"/>
        <a:ea typeface="+mn-ea"/>
        <a:cs typeface="+mn-cs"/>
      </a:defRPr>
    </a:lvl1pPr>
    <a:lvl2pPr marL="457200" algn="l" rtl="0" fontAlgn="base">
      <a:spcBef>
        <a:spcPct val="30000"/>
      </a:spcBef>
      <a:spcAft>
        <a:spcPct val="0"/>
      </a:spcAft>
      <a:defRPr sz="1200" kern="1200">
        <a:solidFill>
          <a:schemeClr val="tx1"/>
        </a:solidFill>
        <a:latin typeface="Arial" panose="020B0604020202020204" pitchFamily="34" charset="0"/>
        <a:ea typeface="+mn-ea"/>
        <a:cs typeface="+mn-cs"/>
      </a:defRPr>
    </a:lvl2pPr>
    <a:lvl3pPr marL="914400" algn="l" rtl="0" fontAlgn="base">
      <a:spcBef>
        <a:spcPct val="30000"/>
      </a:spcBef>
      <a:spcAft>
        <a:spcPct val="0"/>
      </a:spcAft>
      <a:defRPr sz="1200" kern="1200">
        <a:solidFill>
          <a:schemeClr val="tx1"/>
        </a:solidFill>
        <a:latin typeface="Arial" panose="020B0604020202020204" pitchFamily="34" charset="0"/>
        <a:ea typeface="+mn-ea"/>
        <a:cs typeface="+mn-cs"/>
      </a:defRPr>
    </a:lvl3pPr>
    <a:lvl4pPr marL="1371600" algn="l" rtl="0" fontAlgn="base">
      <a:spcBef>
        <a:spcPct val="30000"/>
      </a:spcBef>
      <a:spcAft>
        <a:spcPct val="0"/>
      </a:spcAft>
      <a:defRPr sz="1200" kern="1200">
        <a:solidFill>
          <a:schemeClr val="tx1"/>
        </a:solidFill>
        <a:latin typeface="Arial" panose="020B0604020202020204" pitchFamily="34" charset="0"/>
        <a:ea typeface="+mn-ea"/>
        <a:cs typeface="+mn-cs"/>
      </a:defRPr>
    </a:lvl4pPr>
    <a:lvl5pPr marL="1828800" algn="l" rtl="0" fontAlgn="base">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p:txBody>
          <a:bodyPr/>
          <a:lstStyle/>
          <a:p>
            <a:fld id="{904D40FB-8398-4C90-906C-C9755161D6CD}" type="slidenum">
              <a:rPr lang="en-US"/>
              <a:t>1</a:t>
            </a:fld>
            <a:endParaRPr lang="en-US"/>
          </a:p>
        </p:txBody>
      </p:sp>
      <p:sp>
        <p:nvSpPr>
          <p:cNvPr id="4098" name="Rectangle 2"/>
          <p:cNvSpPr>
            <a:spLocks noGrp="1" noRot="1" noChangeAspect="1" noChangeArrowheads="1" noTextEdit="1"/>
          </p:cNvSpPr>
          <p:nvPr>
            <p:ph type="sldImg"/>
          </p:nvPr>
        </p:nvSpPr>
        <p:spPr>
          <a:xfrm>
            <a:off x="9899650" y="3276600"/>
            <a:ext cx="12307888" cy="16409988"/>
          </a:xfrm>
        </p:spPr>
      </p:sp>
      <p:sp>
        <p:nvSpPr>
          <p:cNvPr id="4099" name="Rectangle 3"/>
          <p:cNvSpPr>
            <a:spLocks noGrp="1" noChangeArrowheads="1"/>
          </p:cNvSpPr>
          <p:nvPr>
            <p:ph type="body" idx="1"/>
          </p:nvPr>
        </p:nvSpPr>
        <p:spPr/>
        <p:txBody>
          <a:bodyPr/>
          <a:lstStyle/>
          <a:p>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1851660" y="34239376"/>
            <a:ext cx="31066740" cy="15238"/>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438912" tIns="219456" rIns="438912" bIns="219456" anchor="t" compatLnSpc="1"/>
          <a:lstStyle/>
          <a:p>
            <a:endParaRPr kumimoji="0" lang="en-US"/>
          </a:p>
        </p:txBody>
      </p:sp>
      <p:sp>
        <p:nvSpPr>
          <p:cNvPr id="29" name="Title 28"/>
          <p:cNvSpPr>
            <a:spLocks noGrp="1"/>
          </p:cNvSpPr>
          <p:nvPr>
            <p:ph type="ctrTitle"/>
          </p:nvPr>
        </p:nvSpPr>
        <p:spPr>
          <a:xfrm>
            <a:off x="1371600" y="31061834"/>
            <a:ext cx="30449520" cy="7823200"/>
          </a:xfrm>
        </p:spPr>
        <p:txBody>
          <a:bodyPr anchor="t"/>
          <a:lstStyle/>
          <a:p>
            <a:r>
              <a:rPr kumimoji="0" lang="en-US"/>
              <a:t>Click to edit Master title style</a:t>
            </a:r>
          </a:p>
        </p:txBody>
      </p:sp>
      <p:sp>
        <p:nvSpPr>
          <p:cNvPr id="9" name="Subtitle 8"/>
          <p:cNvSpPr>
            <a:spLocks noGrp="1"/>
          </p:cNvSpPr>
          <p:nvPr>
            <p:ph type="subTitle" idx="1"/>
          </p:nvPr>
        </p:nvSpPr>
        <p:spPr>
          <a:xfrm>
            <a:off x="1371600" y="24871680"/>
            <a:ext cx="30449520" cy="5852160"/>
          </a:xfrm>
        </p:spPr>
        <p:txBody>
          <a:bodyPr anchor="b"/>
          <a:lstStyle>
            <a:lvl1pPr marL="0" indent="0" algn="l">
              <a:buNone/>
              <a:defRPr sz="11500">
                <a:solidFill>
                  <a:schemeClr val="tx2">
                    <a:shade val="75000"/>
                  </a:schemeClr>
                </a:solidFill>
              </a:defRPr>
            </a:lvl1pPr>
            <a:lvl2pPr marL="2194560" indent="0" algn="ctr">
              <a:buNone/>
            </a:lvl2pPr>
            <a:lvl3pPr marL="4389120" indent="0" algn="ctr">
              <a:buNone/>
            </a:lvl3pPr>
            <a:lvl4pPr marL="6583680" indent="0" algn="ctr">
              <a:buNone/>
            </a:lvl4pPr>
            <a:lvl5pPr marL="8778240" indent="0" algn="ctr">
              <a:buNone/>
            </a:lvl5pPr>
            <a:lvl6pPr marL="10972800" indent="0" algn="ctr">
              <a:buNone/>
            </a:lvl6pPr>
            <a:lvl7pPr marL="13167360" indent="0" algn="ctr">
              <a:buNone/>
            </a:lvl7pPr>
            <a:lvl8pPr marL="15361920" indent="0" algn="ctr">
              <a:buNone/>
            </a:lvl8pPr>
            <a:lvl9pPr marL="17556480" indent="0" algn="ctr">
              <a:buNone/>
            </a:lvl9pPr>
          </a:lstStyle>
          <a:p>
            <a:r>
              <a:rPr kumimoji="0" lang="en-US"/>
              <a:t>Click to edit Master subtitle style</a:t>
            </a:r>
          </a:p>
        </p:txBody>
      </p:sp>
      <p:sp>
        <p:nvSpPr>
          <p:cNvPr id="16" name="Date Placeholder 15"/>
          <p:cNvSpPr>
            <a:spLocks noGrp="1"/>
          </p:cNvSpPr>
          <p:nvPr>
            <p:ph type="dt" sz="half" idx="10"/>
          </p:nvPr>
        </p:nvSpPr>
        <p:spPr/>
        <p:txBody>
          <a:bodyPr/>
          <a:lstStyle/>
          <a:p>
            <a:fld id="{74CBEAF9-9E58-4CC8-A6FF-6DD8A58DEEA4}" type="datetimeFigureOut">
              <a:rPr lang="en-US" smtClean="0"/>
              <a:t>11/28/2025</a:t>
            </a:fld>
            <a:endParaRPr lang="en-US"/>
          </a:p>
        </p:txBody>
      </p:sp>
      <p:sp>
        <p:nvSpPr>
          <p:cNvPr id="2" name="Footer Placeholder 1"/>
          <p:cNvSpPr>
            <a:spLocks noGrp="1"/>
          </p:cNvSpPr>
          <p:nvPr>
            <p:ph type="ftr" sz="quarter" idx="11"/>
          </p:nvPr>
        </p:nvSpPr>
        <p:spPr/>
        <p:txBody>
          <a:bodyPr/>
          <a:lstStyle/>
          <a:p>
            <a:endParaRPr kumimoji="0" lang="en-US"/>
          </a:p>
        </p:txBody>
      </p:sp>
      <p:sp>
        <p:nvSpPr>
          <p:cNvPr id="15" name="Slide Number Placeholder 14"/>
          <p:cNvSpPr>
            <a:spLocks noGrp="1"/>
          </p:cNvSpPr>
          <p:nvPr>
            <p:ph type="sldNum" sz="quarter" idx="12"/>
          </p:nvPr>
        </p:nvSpPr>
        <p:spPr>
          <a:xfrm>
            <a:off x="29626560" y="41433293"/>
            <a:ext cx="2732227" cy="1580083"/>
          </a:xfrm>
        </p:spPr>
        <p:txBody>
          <a:bodyPr/>
          <a:lstStyle/>
          <a:p>
            <a:fld id="{CA15C064-DD44-4CAC-873E-2D1F54821676}" type="slidenum">
              <a:rPr kumimoji="0" lang="en-US" smtClean="0"/>
              <a:t>‹#›</a:t>
            </a:fld>
            <a:endParaRPr kumimoji="0"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2" name="Title 21"/>
          <p:cNvSpPr>
            <a:spLocks noGrp="1"/>
          </p:cNvSpPr>
          <p:nvPr>
            <p:ph type="title"/>
          </p:nvPr>
        </p:nvSpPr>
        <p:spPr/>
        <p:txBody>
          <a:bodyPr/>
          <a:lstStyle/>
          <a:p>
            <a:r>
              <a:rPr kumimoji="0" lang="en-US"/>
              <a:t>Click to edit Master title style</a:t>
            </a:r>
          </a:p>
        </p:txBody>
      </p:sp>
      <p:sp>
        <p:nvSpPr>
          <p:cNvPr id="27" name="Content Placeholder 26"/>
          <p:cNvSpPr>
            <a:spLocks noGrp="1"/>
          </p:cNvSpPr>
          <p:nvPr>
            <p:ph idx="1"/>
          </p:nvPr>
        </p:nvSpPr>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t>11/28/2025</a:t>
            </a:fld>
            <a:endParaRPr lang="en-US"/>
          </a:p>
        </p:txBody>
      </p:sp>
      <p:sp>
        <p:nvSpPr>
          <p:cNvPr id="19" name="Footer Placeholder 18"/>
          <p:cNvSpPr>
            <a:spLocks noGrp="1"/>
          </p:cNvSpPr>
          <p:nvPr>
            <p:ph type="ftr" sz="quarter" idx="11"/>
          </p:nvPr>
        </p:nvSpPr>
        <p:spPr>
          <a:xfrm>
            <a:off x="12893040" y="487683"/>
            <a:ext cx="10424160" cy="1849120"/>
          </a:xfrm>
        </p:spPr>
        <p:txBody>
          <a:bodyPr/>
          <a:lstStyle/>
          <a:p>
            <a:endParaRPr kumimoji="0" lang="en-US"/>
          </a:p>
        </p:txBody>
      </p:sp>
      <p:sp>
        <p:nvSpPr>
          <p:cNvPr id="16" name="Slide Number Placeholder 15"/>
          <p:cNvSpPr>
            <a:spLocks noGrp="1"/>
          </p:cNvSpPr>
          <p:nvPr>
            <p:ph type="sldNum" sz="quarter" idx="12"/>
          </p:nvPr>
        </p:nvSpPr>
        <p:spPr>
          <a:xfrm>
            <a:off x="29626560" y="41433293"/>
            <a:ext cx="2732227" cy="1580083"/>
          </a:xfrm>
        </p:spPr>
        <p:txBody>
          <a:bodyPr/>
          <a:lstStyle/>
          <a:p>
            <a:fld id="{CA15C064-DD44-4CAC-873E-2D1F54821676}" type="slidenum">
              <a:rPr kumimoji="0" lang="en-US" smtClean="0"/>
              <a:t>‹#›</a:t>
            </a:fld>
            <a:endParaRPr kumimoji="0"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1851660" y="22047376"/>
            <a:ext cx="31066740" cy="15238"/>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438912" tIns="219456" rIns="438912" bIns="219456" anchor="t" compatLnSpc="1"/>
          <a:lstStyle/>
          <a:p>
            <a:endParaRPr kumimoji="0" lang="en-US"/>
          </a:p>
        </p:txBody>
      </p:sp>
      <p:sp>
        <p:nvSpPr>
          <p:cNvPr id="6" name="Text Placeholder 5"/>
          <p:cNvSpPr>
            <a:spLocks noGrp="1"/>
          </p:cNvSpPr>
          <p:nvPr>
            <p:ph type="body" idx="1"/>
          </p:nvPr>
        </p:nvSpPr>
        <p:spPr>
          <a:xfrm>
            <a:off x="1371600" y="10728960"/>
            <a:ext cx="30449520" cy="7802880"/>
          </a:xfrm>
        </p:spPr>
        <p:txBody>
          <a:bodyPr anchor="b"/>
          <a:lstStyle>
            <a:lvl1pPr marL="0" indent="0" algn="r">
              <a:buNone/>
              <a:defRPr sz="9600">
                <a:solidFill>
                  <a:schemeClr val="tx2">
                    <a:shade val="75000"/>
                  </a:schemeClr>
                </a:solidFill>
              </a:defRPr>
            </a:lvl1pPr>
            <a:lvl2pPr>
              <a:buNone/>
              <a:defRPr sz="8600">
                <a:solidFill>
                  <a:schemeClr val="tx1">
                    <a:tint val="75000"/>
                  </a:schemeClr>
                </a:solidFill>
              </a:defRPr>
            </a:lvl2pPr>
            <a:lvl3pPr>
              <a:buNone/>
              <a:defRPr sz="7700">
                <a:solidFill>
                  <a:schemeClr val="tx1">
                    <a:tint val="75000"/>
                  </a:schemeClr>
                </a:solidFill>
              </a:defRPr>
            </a:lvl3pPr>
            <a:lvl4pPr>
              <a:buNone/>
              <a:defRPr sz="6700">
                <a:solidFill>
                  <a:schemeClr val="tx1">
                    <a:tint val="75000"/>
                  </a:schemeClr>
                </a:solidFill>
              </a:defRPr>
            </a:lvl4pPr>
            <a:lvl5pPr>
              <a:buNone/>
              <a:defRPr sz="6700">
                <a:solidFill>
                  <a:schemeClr val="tx1">
                    <a:tint val="75000"/>
                  </a:schemeClr>
                </a:solidFill>
              </a:defRPr>
            </a:lvl5pPr>
          </a:lstStyle>
          <a:p>
            <a:pPr lvl="0" eaLnBrk="1" latinLnBrk="0" hangingPunct="1"/>
            <a:r>
              <a:rPr kumimoji="0" lang="en-US"/>
              <a:t>Click to edit Master text styles</a:t>
            </a:r>
          </a:p>
        </p:txBody>
      </p:sp>
      <p:sp>
        <p:nvSpPr>
          <p:cNvPr id="19" name="Date Placeholder 18"/>
          <p:cNvSpPr>
            <a:spLocks noGrp="1"/>
          </p:cNvSpPr>
          <p:nvPr>
            <p:ph type="dt" sz="half" idx="10"/>
          </p:nvPr>
        </p:nvSpPr>
        <p:spPr/>
        <p:txBody>
          <a:bodyPr/>
          <a:lstStyle/>
          <a:p>
            <a:fld id="{74CBEAF9-9E58-4CC8-A6FF-6DD8A58DEEA4}" type="datetimeFigureOut">
              <a:rPr lang="en-US" smtClean="0"/>
              <a:t>11/28/2025</a:t>
            </a:fld>
            <a:endParaRPr lang="en-US"/>
          </a:p>
        </p:txBody>
      </p:sp>
      <p:sp>
        <p:nvSpPr>
          <p:cNvPr id="11" name="Footer Placeholder 10"/>
          <p:cNvSpPr>
            <a:spLocks noGrp="1"/>
          </p:cNvSpPr>
          <p:nvPr>
            <p:ph type="ftr" sz="quarter" idx="11"/>
          </p:nvPr>
        </p:nvSpPr>
        <p:spPr/>
        <p:txBody>
          <a:bodyPr/>
          <a:lstStyle/>
          <a:p>
            <a:endParaRPr kumimoji="0" lang="en-US"/>
          </a:p>
        </p:txBody>
      </p:sp>
      <p:sp>
        <p:nvSpPr>
          <p:cNvPr id="16" name="Slide Number Placeholder 15"/>
          <p:cNvSpPr>
            <a:spLocks noGrp="1"/>
          </p:cNvSpPr>
          <p:nvPr>
            <p:ph type="sldNum" sz="quarter" idx="12"/>
          </p:nvPr>
        </p:nvSpPr>
        <p:spPr/>
        <p:txBody>
          <a:bodyPr/>
          <a:lstStyle/>
          <a:p>
            <a:fld id="{CA15C064-DD44-4CAC-873E-2D1F54821676}" type="slidenum">
              <a:rPr kumimoji="0" lang="en-US" smtClean="0"/>
              <a:t>‹#›</a:t>
            </a:fld>
            <a:endParaRPr kumimoji="0" lang="en-US"/>
          </a:p>
        </p:txBody>
      </p:sp>
      <p:sp>
        <p:nvSpPr>
          <p:cNvPr id="8" name="Title 7"/>
          <p:cNvSpPr>
            <a:spLocks noGrp="1"/>
          </p:cNvSpPr>
          <p:nvPr>
            <p:ph type="title"/>
          </p:nvPr>
        </p:nvSpPr>
        <p:spPr>
          <a:xfrm>
            <a:off x="649710" y="18861347"/>
            <a:ext cx="31272480" cy="7582880"/>
          </a:xfrm>
        </p:spPr>
        <p:txBody>
          <a:bodyPr rtlCol="0" anchor="t"/>
          <a:lstStyle>
            <a:lvl1pPr algn="r">
              <a:defRPr/>
            </a:lvl1pPr>
          </a:lstStyle>
          <a:p>
            <a:r>
              <a:rPr kumimoji="0" lang="en-US"/>
              <a:t>Click to edit Master title style</a:t>
            </a:r>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0" name="Title 19"/>
          <p:cNvSpPr>
            <a:spLocks noGrp="1"/>
          </p:cNvSpPr>
          <p:nvPr>
            <p:ph type="title"/>
          </p:nvPr>
        </p:nvSpPr>
        <p:spPr>
          <a:xfrm>
            <a:off x="1086307" y="2926080"/>
            <a:ext cx="31272480" cy="5383987"/>
          </a:xfrm>
        </p:spPr>
        <p:txBody>
          <a:bodyPr/>
          <a:lstStyle/>
          <a:p>
            <a:r>
              <a:rPr kumimoji="0" lang="en-US"/>
              <a:t>Click to edit Master title style</a:t>
            </a:r>
          </a:p>
        </p:txBody>
      </p:sp>
      <p:sp>
        <p:nvSpPr>
          <p:cNvPr id="14" name="Content Placeholder 13"/>
          <p:cNvSpPr>
            <a:spLocks noGrp="1"/>
          </p:cNvSpPr>
          <p:nvPr>
            <p:ph sz="half" idx="1"/>
          </p:nvPr>
        </p:nvSpPr>
        <p:spPr>
          <a:xfrm>
            <a:off x="1097280" y="10241280"/>
            <a:ext cx="15087600" cy="30236160"/>
          </a:xfrm>
        </p:spPr>
        <p:txBody>
          <a:bodyPr/>
          <a:lstStyle>
            <a:lvl1pPr>
              <a:defRPr sz="13400"/>
            </a:lvl1pPr>
            <a:lvl2pPr>
              <a:defRPr sz="11500"/>
            </a:lvl2pPr>
            <a:lvl3pPr>
              <a:defRPr sz="9600"/>
            </a:lvl3pPr>
            <a:lvl4pPr>
              <a:defRPr sz="8600"/>
            </a:lvl4pPr>
            <a:lvl5pPr>
              <a:defRPr sz="8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half" idx="2"/>
          </p:nvPr>
        </p:nvSpPr>
        <p:spPr>
          <a:xfrm>
            <a:off x="16733520" y="10241280"/>
            <a:ext cx="15636240" cy="30236160"/>
          </a:xfrm>
        </p:spPr>
        <p:txBody>
          <a:bodyPr/>
          <a:lstStyle>
            <a:lvl1pPr>
              <a:defRPr sz="13400"/>
            </a:lvl1pPr>
            <a:lvl2pPr>
              <a:defRPr sz="11500"/>
            </a:lvl2pPr>
            <a:lvl3pPr>
              <a:defRPr sz="9600"/>
            </a:lvl3pPr>
            <a:lvl4pPr>
              <a:defRPr sz="8600"/>
            </a:lvl4pPr>
            <a:lvl5pPr>
              <a:defRPr sz="8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0"/>
          </p:nvPr>
        </p:nvSpPr>
        <p:spPr/>
        <p:txBody>
          <a:bodyPr/>
          <a:lstStyle/>
          <a:p>
            <a:fld id="{74CBEAF9-9E58-4CC8-A6FF-6DD8A58DEEA4}" type="datetimeFigureOut">
              <a:rPr lang="en-US" smtClean="0"/>
              <a:t>11/28/2025</a:t>
            </a:fld>
            <a:endParaRPr lang="en-US"/>
          </a:p>
        </p:txBody>
      </p:sp>
      <p:sp>
        <p:nvSpPr>
          <p:cNvPr id="10" name="Footer Placeholder 9"/>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9" name="Title 28"/>
          <p:cNvSpPr>
            <a:spLocks noGrp="1"/>
          </p:cNvSpPr>
          <p:nvPr>
            <p:ph type="title"/>
          </p:nvPr>
        </p:nvSpPr>
        <p:spPr>
          <a:xfrm>
            <a:off x="1097280" y="34625280"/>
            <a:ext cx="30998160" cy="5648960"/>
          </a:xfrm>
        </p:spPr>
        <p:txBody>
          <a:bodyPr anchor="ctr"/>
          <a:lstStyle>
            <a:lvl1pPr>
              <a:defRPr/>
            </a:lvl1pPr>
          </a:lstStyle>
          <a:p>
            <a:r>
              <a:rPr kumimoji="0" lang="en-US"/>
              <a:t>Click to edit Master title style</a:t>
            </a:r>
          </a:p>
        </p:txBody>
      </p:sp>
      <p:sp>
        <p:nvSpPr>
          <p:cNvPr id="13" name="Text Placeholder 12"/>
          <p:cNvSpPr>
            <a:spLocks noGrp="1"/>
          </p:cNvSpPr>
          <p:nvPr>
            <p:ph type="body" idx="1"/>
          </p:nvPr>
        </p:nvSpPr>
        <p:spPr>
          <a:xfrm>
            <a:off x="1013198" y="4267200"/>
            <a:ext cx="15446002" cy="4094477"/>
          </a:xfrm>
        </p:spPr>
        <p:txBody>
          <a:bodyPr anchor="ctr"/>
          <a:lstStyle>
            <a:lvl1pPr marL="0" indent="0">
              <a:buNone/>
              <a:defRPr sz="8600" b="0" cap="all" baseline="0">
                <a:solidFill>
                  <a:schemeClr val="accent1">
                    <a:shade val="50000"/>
                  </a:schemeClr>
                </a:solidFill>
                <a:latin typeface="+mj-lt"/>
                <a:ea typeface="+mj-ea"/>
                <a:cs typeface="+mj-cs"/>
              </a:defRPr>
            </a:lvl1pPr>
            <a:lvl2pPr>
              <a:buNone/>
              <a:defRPr sz="9600" b="1"/>
            </a:lvl2pPr>
            <a:lvl3pPr>
              <a:buNone/>
              <a:defRPr sz="8600" b="1"/>
            </a:lvl3pPr>
            <a:lvl4pPr>
              <a:buNone/>
              <a:defRPr sz="7700" b="1"/>
            </a:lvl4pPr>
            <a:lvl5pPr>
              <a:buNone/>
              <a:defRPr sz="7700" b="1"/>
            </a:lvl5pPr>
          </a:lstStyle>
          <a:p>
            <a:pPr lvl="0" eaLnBrk="1" latinLnBrk="0" hangingPunct="1"/>
            <a:r>
              <a:rPr kumimoji="0" lang="en-US"/>
              <a:t>Click to edit Master text styles</a:t>
            </a:r>
          </a:p>
        </p:txBody>
      </p:sp>
      <p:sp>
        <p:nvSpPr>
          <p:cNvPr id="25" name="Text Placeholder 24"/>
          <p:cNvSpPr>
            <a:spLocks noGrp="1"/>
          </p:cNvSpPr>
          <p:nvPr>
            <p:ph type="body" sz="half" idx="3"/>
          </p:nvPr>
        </p:nvSpPr>
        <p:spPr>
          <a:xfrm>
            <a:off x="16722092" y="4267200"/>
            <a:ext cx="15452068" cy="4094477"/>
          </a:xfrm>
        </p:spPr>
        <p:txBody>
          <a:bodyPr anchor="ctr"/>
          <a:lstStyle>
            <a:lvl1pPr marL="0" indent="0">
              <a:buNone/>
              <a:defRPr sz="8600" b="0" cap="all" baseline="0">
                <a:solidFill>
                  <a:schemeClr val="accent1">
                    <a:shade val="50000"/>
                  </a:schemeClr>
                </a:solidFill>
                <a:latin typeface="+mj-lt"/>
                <a:ea typeface="+mj-ea"/>
                <a:cs typeface="+mj-cs"/>
              </a:defRPr>
            </a:lvl1pPr>
            <a:lvl2pPr>
              <a:buNone/>
              <a:defRPr sz="9600" b="1"/>
            </a:lvl2pPr>
            <a:lvl3pPr>
              <a:buNone/>
              <a:defRPr sz="8600" b="1"/>
            </a:lvl3pPr>
            <a:lvl4pPr>
              <a:buNone/>
              <a:defRPr sz="7700" b="1"/>
            </a:lvl4pPr>
            <a:lvl5pPr>
              <a:buNone/>
              <a:defRPr sz="7700" b="1"/>
            </a:lvl5pPr>
          </a:lstStyle>
          <a:p>
            <a:pPr lvl="0" eaLnBrk="1" latinLnBrk="0" hangingPunct="1"/>
            <a:r>
              <a:rPr kumimoji="0" lang="en-US"/>
              <a:t>Click to edit Master text styles</a:t>
            </a:r>
          </a:p>
        </p:txBody>
      </p:sp>
      <p:sp>
        <p:nvSpPr>
          <p:cNvPr id="4" name="Content Placeholder 3"/>
          <p:cNvSpPr>
            <a:spLocks noGrp="1"/>
          </p:cNvSpPr>
          <p:nvPr>
            <p:ph sz="quarter" idx="2"/>
          </p:nvPr>
        </p:nvSpPr>
        <p:spPr>
          <a:xfrm>
            <a:off x="1013198" y="8422640"/>
            <a:ext cx="15446002" cy="25227283"/>
          </a:xfrm>
        </p:spPr>
        <p:txBody>
          <a:bodyPr/>
          <a:lstStyle>
            <a:lvl1pPr>
              <a:defRPr sz="11500"/>
            </a:lvl1pPr>
            <a:lvl2pPr>
              <a:defRPr sz="9600"/>
            </a:lvl2pPr>
            <a:lvl3pPr>
              <a:defRPr sz="8600"/>
            </a:lvl3pPr>
            <a:lvl4pPr>
              <a:defRPr sz="7700"/>
            </a:lvl4pPr>
            <a:lvl5pPr>
              <a:defRPr sz="77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8" name="Content Placeholder 27"/>
          <p:cNvSpPr>
            <a:spLocks noGrp="1"/>
          </p:cNvSpPr>
          <p:nvPr>
            <p:ph sz="quarter" idx="4"/>
          </p:nvPr>
        </p:nvSpPr>
        <p:spPr>
          <a:xfrm>
            <a:off x="16735428" y="8422640"/>
            <a:ext cx="15438730" cy="25227283"/>
          </a:xfrm>
        </p:spPr>
        <p:txBody>
          <a:bodyPr/>
          <a:lstStyle>
            <a:lvl1pPr>
              <a:defRPr sz="11500"/>
            </a:lvl1pPr>
            <a:lvl2pPr>
              <a:defRPr sz="9600"/>
            </a:lvl2pPr>
            <a:lvl3pPr>
              <a:defRPr sz="8600"/>
            </a:lvl3pPr>
            <a:lvl4pPr>
              <a:defRPr sz="7700"/>
            </a:lvl4pPr>
            <a:lvl5pPr>
              <a:defRPr sz="77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0" name="Date Placeholder 9"/>
          <p:cNvSpPr>
            <a:spLocks noGrp="1"/>
          </p:cNvSpPr>
          <p:nvPr>
            <p:ph type="dt" sz="half" idx="10"/>
          </p:nvPr>
        </p:nvSpPr>
        <p:spPr/>
        <p:txBody>
          <a:bodyPr/>
          <a:lstStyle/>
          <a:p>
            <a:fld id="{74CBEAF9-9E58-4CC8-A6FF-6DD8A58DEEA4}" type="datetimeFigureOut">
              <a:rPr lang="en-US" smtClean="0"/>
              <a:t>11/28/2025</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29626560" y="41452800"/>
            <a:ext cx="2743200" cy="1580083"/>
          </a:xfrm>
        </p:spPr>
        <p:txBody>
          <a:bodyPr/>
          <a:lstStyle/>
          <a:p>
            <a:fld id="{CA15C064-DD44-4CAC-873E-2D1F54821676}" type="slidenum">
              <a:rPr kumimoji="0" lang="en-US" smtClean="0"/>
              <a:t>‹#›</a:t>
            </a:fld>
            <a:endParaRPr kumimoji="0" lang="en-US" dirty="0"/>
          </a:p>
        </p:txBody>
      </p:sp>
      <p:sp>
        <p:nvSpPr>
          <p:cNvPr id="11" name="Straight Connector 10"/>
          <p:cNvSpPr>
            <a:spLocks noChangeShapeType="1"/>
          </p:cNvSpPr>
          <p:nvPr/>
        </p:nvSpPr>
        <p:spPr bwMode="auto">
          <a:xfrm>
            <a:off x="1851660" y="38526723"/>
            <a:ext cx="31066740" cy="15238"/>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438912" tIns="219456" rIns="438912" bIns="219456" anchor="t" compatLnSpc="1"/>
          <a:lstStyle/>
          <a:p>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30" name="Title 29"/>
          <p:cNvSpPr>
            <a:spLocks noGrp="1"/>
          </p:cNvSpPr>
          <p:nvPr>
            <p:ph type="title"/>
          </p:nvPr>
        </p:nvSpPr>
        <p:spPr>
          <a:xfrm>
            <a:off x="1086307" y="2926080"/>
            <a:ext cx="31272480" cy="5383987"/>
          </a:xfrm>
        </p:spPr>
        <p:txBody>
          <a:bodyPr/>
          <a:lstStyle/>
          <a:p>
            <a:r>
              <a:rPr kumimoji="0" lang="en-US"/>
              <a:t>Click to edit Master title style</a:t>
            </a:r>
          </a:p>
        </p:txBody>
      </p:sp>
      <p:sp>
        <p:nvSpPr>
          <p:cNvPr id="12" name="Date Placeholder 11"/>
          <p:cNvSpPr>
            <a:spLocks noGrp="1"/>
          </p:cNvSpPr>
          <p:nvPr>
            <p:ph type="dt" sz="half" idx="10"/>
          </p:nvPr>
        </p:nvSpPr>
        <p:spPr/>
        <p:txBody>
          <a:bodyPr/>
          <a:lstStyle/>
          <a:p>
            <a:fld id="{74CBEAF9-9E58-4CC8-A6FF-6DD8A58DEEA4}" type="datetimeFigureOut">
              <a:rPr lang="en-US" smtClean="0"/>
              <a:t>11/28/2025</a:t>
            </a:fld>
            <a:endParaRPr lang="en-US"/>
          </a:p>
        </p:txBody>
      </p:sp>
      <p:sp>
        <p:nvSpPr>
          <p:cNvPr id="21" name="Footer Placeholder 20"/>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74CBEAF9-9E58-4CC8-A6FF-6DD8A58DEEA4}" type="datetimeFigureOut">
              <a:rPr lang="en-US" smtClean="0"/>
              <a:t>11/28/2025</a:t>
            </a:fld>
            <a:endParaRPr lang="en-US"/>
          </a:p>
        </p:txBody>
      </p:sp>
      <p:sp>
        <p:nvSpPr>
          <p:cNvPr id="24" name="Footer Placeholder 23"/>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CA15C064-DD44-4CAC-873E-2D1F54821676}" type="slidenum">
              <a:rPr kumimoji="0" lang="en-US" smtClean="0"/>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Straight Connector 7"/>
          <p:cNvSpPr>
            <a:spLocks noChangeShapeType="1"/>
          </p:cNvSpPr>
          <p:nvPr/>
        </p:nvSpPr>
        <p:spPr bwMode="auto">
          <a:xfrm>
            <a:off x="1851660" y="37434352"/>
            <a:ext cx="31066740" cy="15238"/>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438912" tIns="219456" rIns="438912" bIns="219456" anchor="t" compatLnSpc="1"/>
          <a:lstStyle/>
          <a:p>
            <a:endParaRPr kumimoji="0" lang="en-US"/>
          </a:p>
        </p:txBody>
      </p:sp>
      <p:sp>
        <p:nvSpPr>
          <p:cNvPr id="12" name="Title 11"/>
          <p:cNvSpPr>
            <a:spLocks noGrp="1"/>
          </p:cNvSpPr>
          <p:nvPr>
            <p:ph type="title"/>
          </p:nvPr>
        </p:nvSpPr>
        <p:spPr>
          <a:xfrm>
            <a:off x="1645920" y="35112960"/>
            <a:ext cx="30449520" cy="3332480"/>
          </a:xfrm>
        </p:spPr>
        <p:txBody>
          <a:bodyPr anchor="ctr"/>
          <a:lstStyle>
            <a:lvl1pPr algn="l">
              <a:buNone/>
              <a:defRPr sz="9600" b="1"/>
            </a:lvl1pPr>
          </a:lstStyle>
          <a:p>
            <a:r>
              <a:rPr kumimoji="0" lang="en-US"/>
              <a:t>Click to edit Master title style</a:t>
            </a:r>
          </a:p>
        </p:txBody>
      </p:sp>
      <p:sp>
        <p:nvSpPr>
          <p:cNvPr id="26" name="Text Placeholder 25"/>
          <p:cNvSpPr>
            <a:spLocks noGrp="1"/>
          </p:cNvSpPr>
          <p:nvPr>
            <p:ph type="body" idx="2"/>
          </p:nvPr>
        </p:nvSpPr>
        <p:spPr>
          <a:xfrm>
            <a:off x="1645922" y="3901440"/>
            <a:ext cx="10829927" cy="30723840"/>
          </a:xfrm>
        </p:spPr>
        <p:txBody>
          <a:bodyPr/>
          <a:lstStyle>
            <a:lvl1pPr marL="0" indent="0">
              <a:buNone/>
              <a:defRPr sz="6700"/>
            </a:lvl1pPr>
            <a:lvl2pPr>
              <a:buNone/>
              <a:defRPr sz="5800"/>
            </a:lvl2pPr>
            <a:lvl3pPr>
              <a:buNone/>
              <a:defRPr sz="4800"/>
            </a:lvl3pPr>
            <a:lvl4pPr>
              <a:buNone/>
              <a:defRPr sz="4300"/>
            </a:lvl4pPr>
            <a:lvl5pPr>
              <a:buNone/>
              <a:defRPr sz="4300"/>
            </a:lvl5pPr>
          </a:lstStyle>
          <a:p>
            <a:pPr lvl="0" eaLnBrk="1" latinLnBrk="0" hangingPunct="1"/>
            <a:r>
              <a:rPr kumimoji="0" lang="en-US"/>
              <a:t>Click to edit Master text styles</a:t>
            </a:r>
          </a:p>
        </p:txBody>
      </p:sp>
      <p:sp>
        <p:nvSpPr>
          <p:cNvPr id="14" name="Content Placeholder 13"/>
          <p:cNvSpPr>
            <a:spLocks noGrp="1"/>
          </p:cNvSpPr>
          <p:nvPr>
            <p:ph sz="half" idx="1"/>
          </p:nvPr>
        </p:nvSpPr>
        <p:spPr>
          <a:xfrm>
            <a:off x="12870180" y="3901440"/>
            <a:ext cx="19225260" cy="30723840"/>
          </a:xfrm>
        </p:spPr>
        <p:txBody>
          <a:bodyPr/>
          <a:lstStyle>
            <a:lvl1pPr>
              <a:defRPr sz="15400"/>
            </a:lvl1pPr>
            <a:lvl2pPr>
              <a:defRPr sz="13400"/>
            </a:lvl2pPr>
            <a:lvl3pPr>
              <a:defRPr sz="11500"/>
            </a:lvl3pPr>
            <a:lvl4pPr>
              <a:defRPr sz="9600"/>
            </a:lvl4pPr>
            <a:lvl5pPr>
              <a:defRPr sz="9600"/>
            </a:lvl5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5" name="Date Placeholder 24"/>
          <p:cNvSpPr>
            <a:spLocks noGrp="1"/>
          </p:cNvSpPr>
          <p:nvPr>
            <p:ph type="dt" sz="half" idx="10"/>
          </p:nvPr>
        </p:nvSpPr>
        <p:spPr/>
        <p:txBody>
          <a:bodyPr/>
          <a:lstStyle/>
          <a:p>
            <a:fld id="{74CBEAF9-9E58-4CC8-A6FF-6DD8A58DEEA4}" type="datetimeFigureOut">
              <a:rPr lang="en-US" smtClean="0"/>
              <a:t>11/28/2025</a:t>
            </a:fld>
            <a:endParaRPr lang="en-US"/>
          </a:p>
        </p:txBody>
      </p:sp>
      <p:sp>
        <p:nvSpPr>
          <p:cNvPr id="29" name="Footer Placeholder 28"/>
          <p:cNvSpPr>
            <a:spLocks noGrp="1"/>
          </p:cNvSpPr>
          <p:nvPr>
            <p:ph type="ftr" sz="quarter" idx="11"/>
          </p:nvPr>
        </p:nvSpPr>
        <p:spPr/>
        <p:txBody>
          <a:bodyPr/>
          <a:lstStyle/>
          <a:p>
            <a:endParaRPr kumimoji="0" lang="en-US" dirty="0"/>
          </a:p>
        </p:txBody>
      </p:sp>
      <p:sp>
        <p:nvSpPr>
          <p:cNvPr id="7" name="Slide Number Placeholder 6"/>
          <p:cNvSpPr>
            <a:spLocks noGrp="1"/>
          </p:cNvSpPr>
          <p:nvPr>
            <p:ph type="sldNum" sz="quarter" idx="12"/>
          </p:nvPr>
        </p:nvSpPr>
        <p:spPr/>
        <p:txBody>
          <a:bodyPr/>
          <a:lstStyle/>
          <a:p>
            <a:fld id="{CA15C064-DD44-4CAC-873E-2D1F54821676}" type="slidenum">
              <a:rPr kumimoji="0" lang="en-US" smtClean="0"/>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13" name="Picture Placeholder 12"/>
          <p:cNvSpPr>
            <a:spLocks noGrp="1"/>
          </p:cNvSpPr>
          <p:nvPr>
            <p:ph type="pic" idx="1"/>
          </p:nvPr>
        </p:nvSpPr>
        <p:spPr>
          <a:xfrm>
            <a:off x="12618720" y="3946458"/>
            <a:ext cx="18105120" cy="23408640"/>
          </a:xfrm>
          <a:solidFill>
            <a:schemeClr val="bg1"/>
          </a:solidFill>
          <a:ln w="6350">
            <a:solidFill>
              <a:schemeClr val="accent1"/>
            </a:solidFill>
          </a:ln>
          <a:effectLst>
            <a:reflection blurRad="1000" stA="49000" endA="500" endPos="10000" dist="900" dir="5400000" sy="-90000" algn="bl" rotWithShape="0"/>
          </a:effectLst>
        </p:spPr>
        <p:txBody>
          <a:bodyPr/>
          <a:lstStyle>
            <a:lvl1pPr marL="0" indent="0">
              <a:buNone/>
              <a:defRPr sz="15400"/>
            </a:lvl1pPr>
          </a:lstStyle>
          <a:p>
            <a:r>
              <a:rPr kumimoji="0" lang="en-US"/>
              <a:t>Click icon to add picture</a:t>
            </a:r>
            <a:endParaRPr kumimoji="0" lang="en-US" dirty="0"/>
          </a:p>
        </p:txBody>
      </p:sp>
      <p:sp>
        <p:nvSpPr>
          <p:cNvPr id="7" name="Date Placeholder 6"/>
          <p:cNvSpPr>
            <a:spLocks noGrp="1"/>
          </p:cNvSpPr>
          <p:nvPr>
            <p:ph type="dt" sz="half" idx="10"/>
          </p:nvPr>
        </p:nvSpPr>
        <p:spPr/>
        <p:txBody>
          <a:bodyPr/>
          <a:lstStyle/>
          <a:p>
            <a:fld id="{74CBEAF9-9E58-4CC8-A6FF-6DD8A58DEEA4}" type="datetimeFigureOut">
              <a:rPr lang="en-US" smtClean="0"/>
              <a:t>11/28/2025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31" name="Slide Number Placeholder 30"/>
          <p:cNvSpPr>
            <a:spLocks noGrp="1"/>
          </p:cNvSpPr>
          <p:nvPr>
            <p:ph type="sldNum" sz="quarter" idx="12"/>
          </p:nvPr>
        </p:nvSpPr>
        <p:spPr/>
        <p:txBody>
          <a:bodyPr/>
          <a:lstStyle/>
          <a:p>
            <a:fld id="{CA15C064-DD44-4CAC-873E-2D1F54821676}" type="slidenum">
              <a:rPr kumimoji="0" lang="en-US" smtClean="0"/>
              <a:t>‹#›</a:t>
            </a:fld>
            <a:endParaRPr kumimoji="0" lang="en-US"/>
          </a:p>
        </p:txBody>
      </p:sp>
      <p:sp>
        <p:nvSpPr>
          <p:cNvPr id="17" name="Title 16"/>
          <p:cNvSpPr>
            <a:spLocks noGrp="1"/>
          </p:cNvSpPr>
          <p:nvPr>
            <p:ph type="title"/>
          </p:nvPr>
        </p:nvSpPr>
        <p:spPr>
          <a:xfrm>
            <a:off x="1371600" y="31960064"/>
            <a:ext cx="21122640" cy="3342643"/>
          </a:xfrm>
        </p:spPr>
        <p:txBody>
          <a:bodyPr anchor="ctr"/>
          <a:lstStyle>
            <a:lvl1pPr algn="l">
              <a:buNone/>
              <a:defRPr sz="9600" b="1"/>
            </a:lvl1pPr>
          </a:lstStyle>
          <a:p>
            <a:r>
              <a:rPr kumimoji="0" lang="en-US"/>
              <a:t>Click to edit Master title style</a:t>
            </a:r>
          </a:p>
        </p:txBody>
      </p:sp>
      <p:sp>
        <p:nvSpPr>
          <p:cNvPr id="26" name="Text Placeholder 25"/>
          <p:cNvSpPr>
            <a:spLocks noGrp="1"/>
          </p:cNvSpPr>
          <p:nvPr>
            <p:ph type="body" sz="half" idx="2"/>
          </p:nvPr>
        </p:nvSpPr>
        <p:spPr>
          <a:xfrm>
            <a:off x="1371600" y="35412595"/>
            <a:ext cx="21122640" cy="4917440"/>
          </a:xfrm>
        </p:spPr>
        <p:txBody>
          <a:bodyPr lIns="526694" tIns="0"/>
          <a:lstStyle>
            <a:lvl1pPr marL="0" indent="0">
              <a:buNone/>
              <a:defRPr sz="6700"/>
            </a:lvl1pPr>
            <a:lvl2pPr>
              <a:defRPr sz="5800"/>
            </a:lvl2pPr>
            <a:lvl3pPr>
              <a:defRPr sz="4800"/>
            </a:lvl3pPr>
            <a:lvl4pPr>
              <a:defRPr sz="4300"/>
            </a:lvl4pPr>
            <a:lvl5pPr>
              <a:defRPr sz="4300"/>
            </a:lvl5pPr>
          </a:lstStyle>
          <a:p>
            <a:pPr lvl="0" eaLnBrk="1" latinLnBrk="0" hangingPunct="1"/>
            <a:r>
              <a:rPr kumimoji="0" lang="en-US"/>
              <a:t>Click to edit Master text styles</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t>11/28/2025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4688800" y="3515370"/>
            <a:ext cx="6583680" cy="37449760"/>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1645920" y="3515370"/>
            <a:ext cx="22494240" cy="37449760"/>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74CBEAF9-9E58-4CC8-A6FF-6DD8A58DEEA4}" type="datetimeFigureOut">
              <a:rPr lang="en-US" smtClean="0"/>
              <a:t>11/28/2025</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CA15C064-DD44-4CAC-873E-2D1F54821676}" type="slidenum">
              <a:rPr kumimoji="0" lang="en-US" smtClean="0"/>
              <a:t>‹#›</a:t>
            </a:fld>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bg>
      <p:bgRef idx="1001">
        <a:schemeClr val="bg2"/>
      </p:bgRef>
    </p:bg>
    <p:spTree>
      <p:nvGrpSpPr>
        <p:cNvPr id="1" name=""/>
        <p:cNvGrpSpPr/>
        <p:nvPr/>
      </p:nvGrpSpPr>
      <p:grpSpPr>
        <a:xfrm>
          <a:off x="0" y="0"/>
          <a:ext cx="0" cy="0"/>
          <a:chOff x="0" y="0"/>
          <a:chExt cx="0" cy="0"/>
        </a:xfrm>
      </p:grpSpPr>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w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http://www.megaprint.com/"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Straight Connector 6"/>
          <p:cNvSpPr>
            <a:spLocks noChangeShapeType="1"/>
          </p:cNvSpPr>
          <p:nvPr/>
        </p:nvSpPr>
        <p:spPr bwMode="auto">
          <a:xfrm>
            <a:off x="1851660" y="6725751"/>
            <a:ext cx="31066740" cy="15238"/>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438912" tIns="219456" rIns="438912" bIns="219456" anchor="t" compatLnSpc="1"/>
          <a:lstStyle/>
          <a:p>
            <a:endParaRPr kumimoji="0" lang="en-US"/>
          </a:p>
        </p:txBody>
      </p:sp>
      <p:sp>
        <p:nvSpPr>
          <p:cNvPr id="8" name="Text Placeholder 7"/>
          <p:cNvSpPr>
            <a:spLocks noGrp="1"/>
          </p:cNvSpPr>
          <p:nvPr>
            <p:ph type="body" idx="1"/>
          </p:nvPr>
        </p:nvSpPr>
        <p:spPr>
          <a:xfrm>
            <a:off x="1097280" y="9946640"/>
            <a:ext cx="31272480" cy="28966163"/>
          </a:xfrm>
          <a:prstGeom prst="rect">
            <a:avLst/>
          </a:prstGeom>
        </p:spPr>
        <p:txBody>
          <a:bodyPr vert="horz" lIns="438912" tIns="219456" rIns="438912" bIns="219456">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1" name="Date Placeholder 10"/>
          <p:cNvSpPr>
            <a:spLocks noGrp="1"/>
          </p:cNvSpPr>
          <p:nvPr>
            <p:ph type="dt" sz="half" idx="2"/>
          </p:nvPr>
        </p:nvSpPr>
        <p:spPr>
          <a:xfrm>
            <a:off x="23317200" y="487683"/>
            <a:ext cx="9052560" cy="1849120"/>
          </a:xfrm>
          <a:prstGeom prst="rect">
            <a:avLst/>
          </a:prstGeom>
        </p:spPr>
        <p:txBody>
          <a:bodyPr vert="horz" lIns="438912" tIns="219456" rIns="438912" bIns="219456"/>
          <a:lstStyle>
            <a:lvl1pPr algn="l" eaLnBrk="1" latinLnBrk="0" hangingPunct="1">
              <a:defRPr kumimoji="0" sz="5800">
                <a:solidFill>
                  <a:schemeClr val="accent1">
                    <a:shade val="75000"/>
                  </a:schemeClr>
                </a:solidFill>
              </a:defRPr>
            </a:lvl1pPr>
          </a:lstStyle>
          <a:p>
            <a:pPr algn="l" eaLnBrk="1" latinLnBrk="0" hangingPunct="1"/>
            <a:fld id="{74CBEAF9-9E58-4CC8-A6FF-6DD8A58DEEA4}" type="datetimeFigureOut">
              <a:rPr lang="en-US" smtClean="0"/>
              <a:t>11/28/2025</a:t>
            </a:fld>
            <a:endParaRPr lang="en-US" dirty="0">
              <a:solidFill>
                <a:schemeClr val="accent1">
                  <a:shade val="75000"/>
                </a:schemeClr>
              </a:solidFill>
            </a:endParaRPr>
          </a:p>
        </p:txBody>
      </p:sp>
      <p:sp>
        <p:nvSpPr>
          <p:cNvPr id="28" name="Footer Placeholder 27"/>
          <p:cNvSpPr>
            <a:spLocks noGrp="1"/>
          </p:cNvSpPr>
          <p:nvPr>
            <p:ph type="ftr" sz="quarter" idx="3"/>
          </p:nvPr>
        </p:nvSpPr>
        <p:spPr>
          <a:xfrm>
            <a:off x="11247120" y="487683"/>
            <a:ext cx="12070080" cy="1849120"/>
          </a:xfrm>
          <a:prstGeom prst="rect">
            <a:avLst/>
          </a:prstGeom>
        </p:spPr>
        <p:txBody>
          <a:bodyPr vert="horz" lIns="438912" tIns="219456" rIns="438912" bIns="219456"/>
          <a:lstStyle>
            <a:lvl1pPr algn="r" eaLnBrk="1" latinLnBrk="0" hangingPunct="1">
              <a:defRPr kumimoji="0" sz="5800">
                <a:solidFill>
                  <a:schemeClr val="accent1">
                    <a:shade val="75000"/>
                  </a:schemeClr>
                </a:solidFill>
              </a:defRPr>
            </a:lvl1pPr>
          </a:lstStyle>
          <a:p>
            <a:pPr algn="r" eaLnBrk="1" latinLnBrk="0" hangingPunct="1"/>
            <a:endParaRPr kumimoji="0" lang="en-US" dirty="0">
              <a:solidFill>
                <a:schemeClr val="accent1">
                  <a:shade val="75000"/>
                </a:schemeClr>
              </a:solidFill>
            </a:endParaRPr>
          </a:p>
        </p:txBody>
      </p:sp>
      <p:sp>
        <p:nvSpPr>
          <p:cNvPr id="5" name="Slide Number Placeholder 4"/>
          <p:cNvSpPr>
            <a:spLocks noGrp="1"/>
          </p:cNvSpPr>
          <p:nvPr>
            <p:ph type="sldNum" sz="quarter" idx="4"/>
          </p:nvPr>
        </p:nvSpPr>
        <p:spPr>
          <a:xfrm>
            <a:off x="29626560" y="41452803"/>
            <a:ext cx="2743200" cy="1564640"/>
          </a:xfrm>
          <a:prstGeom prst="rect">
            <a:avLst/>
          </a:prstGeom>
        </p:spPr>
        <p:txBody>
          <a:bodyPr vert="horz" lIns="438912" tIns="219456" rIns="438912" bIns="219456"/>
          <a:lstStyle>
            <a:lvl1pPr algn="r" eaLnBrk="1" latinLnBrk="0" hangingPunct="1">
              <a:defRPr kumimoji="0" sz="5800">
                <a:solidFill>
                  <a:schemeClr val="accent1">
                    <a:shade val="75000"/>
                  </a:schemeClr>
                </a:solidFill>
              </a:defRPr>
            </a:lvl1pPr>
          </a:lstStyle>
          <a:p>
            <a:fld id="{CA15C064-DD44-4CAC-873E-2D1F54821676}" type="slidenum">
              <a:rPr kumimoji="0" lang="en-US" smtClean="0"/>
              <a:t>‹#›</a:t>
            </a:fld>
            <a:endParaRPr kumimoji="0" lang="en-US" dirty="0">
              <a:solidFill>
                <a:schemeClr val="accent1">
                  <a:shade val="75000"/>
                </a:schemeClr>
              </a:solidFill>
            </a:endParaRPr>
          </a:p>
        </p:txBody>
      </p:sp>
      <p:sp>
        <p:nvSpPr>
          <p:cNvPr id="10" name="Title Placeholder 9"/>
          <p:cNvSpPr>
            <a:spLocks noGrp="1"/>
          </p:cNvSpPr>
          <p:nvPr>
            <p:ph type="title"/>
          </p:nvPr>
        </p:nvSpPr>
        <p:spPr>
          <a:xfrm>
            <a:off x="1097280" y="2926080"/>
            <a:ext cx="31272480" cy="5364480"/>
          </a:xfrm>
          <a:prstGeom prst="rect">
            <a:avLst/>
          </a:prstGeom>
        </p:spPr>
        <p:txBody>
          <a:bodyPr vert="horz" lIns="438912" tIns="219456" rIns="438912" bIns="219456" anchor="ctr">
            <a:normAutofit/>
          </a:bodyPr>
          <a:lstStyle/>
          <a:p>
            <a:r>
              <a:rPr kumimoji="0" lang="en-US"/>
              <a:t>Click to edit Master title style</a:t>
            </a:r>
          </a:p>
        </p:txBody>
      </p:sp>
      <p:sp>
        <p:nvSpPr>
          <p:cNvPr id="9" name="Straight Connector 8"/>
          <p:cNvSpPr>
            <a:spLocks noChangeShapeType="1"/>
          </p:cNvSpPr>
          <p:nvPr/>
        </p:nvSpPr>
        <p:spPr bwMode="auto">
          <a:xfrm>
            <a:off x="1851660" y="6725751"/>
            <a:ext cx="31066740" cy="15238"/>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438912" tIns="219456" rIns="438912" bIns="219456" anchor="t" compatLnSpc="1"/>
          <a:lstStyle/>
          <a:p>
            <a:endParaRPr kumimoji="0" lang="en-US"/>
          </a:p>
        </p:txBody>
      </p:sp>
      <p:sp>
        <p:nvSpPr>
          <p:cNvPr id="12" name="Straight Connector 11"/>
          <p:cNvSpPr>
            <a:spLocks noChangeShapeType="1"/>
          </p:cNvSpPr>
          <p:nvPr/>
        </p:nvSpPr>
        <p:spPr bwMode="auto">
          <a:xfrm>
            <a:off x="1851660" y="6771114"/>
            <a:ext cx="31066740" cy="15238"/>
          </a:xfrm>
          <a:prstGeom prst="line">
            <a:avLst/>
          </a:prstGeom>
          <a:noFill/>
          <a:ln w="9525" cap="flat" cmpd="sng" algn="ctr">
            <a:gradFill flip="none" rotWithShape="1">
              <a:gsLst>
                <a:gs pos="0">
                  <a:schemeClr val="accent1">
                    <a:alpha val="0"/>
                  </a:schemeClr>
                </a:gs>
                <a:gs pos="17000">
                  <a:schemeClr val="accent1"/>
                </a:gs>
                <a:gs pos="100000">
                  <a:schemeClr val="accent1"/>
                </a:gs>
              </a:gsLst>
              <a:lin ang="0" scaled="1"/>
              <a:tileRect/>
            </a:gradFill>
            <a:prstDash val="solid"/>
            <a:round/>
            <a:headEnd type="none" w="med" len="med"/>
            <a:tailEnd type="none" w="med" len="med"/>
          </a:ln>
          <a:effectLst/>
        </p:spPr>
        <p:txBody>
          <a:bodyPr vert="horz" wrap="square" lIns="438912" tIns="219456" rIns="438912" bIns="219456" anchor="t" compatLnSpc="1"/>
          <a:lstStyle/>
          <a:p>
            <a:endParaRPr kumimoji="0" lang="en-US"/>
          </a:p>
        </p:txBody>
      </p:sp>
      <p:pic>
        <p:nvPicPr>
          <p:cNvPr id="13" name="Picture 12">
            <a:hlinkClick r:id="rId14"/>
          </p:cNvPr>
          <p:cNvPicPr>
            <a:picLocks noChangeAspect="1" noChangeArrowheads="1"/>
          </p:cNvPicPr>
          <p:nvPr userDrawn="1"/>
        </p:nvPicPr>
        <p:blipFill>
          <a:blip r:embed="rId15" cstate="print">
            <a:extLst>
              <a:ext uri="{28A0092B-C50C-407E-A947-70E740481C1C}">
                <a14:useLocalDpi xmlns:a14="http://schemas.microsoft.com/office/drawing/2010/main" val="0"/>
              </a:ext>
            </a:extLst>
          </a:blip>
          <a:srcRect r="38727"/>
          <a:stretch>
            <a:fillRect/>
          </a:stretch>
        </p:blipFill>
        <p:spPr bwMode="auto">
          <a:xfrm>
            <a:off x="26871335" y="43194182"/>
            <a:ext cx="3106340" cy="28363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4" name="TextBox 13"/>
          <p:cNvSpPr txBox="1"/>
          <p:nvPr userDrawn="1"/>
        </p:nvSpPr>
        <p:spPr>
          <a:xfrm>
            <a:off x="29944890" y="43078400"/>
            <a:ext cx="2383859" cy="338554"/>
          </a:xfrm>
          <a:prstGeom prst="rect">
            <a:avLst/>
          </a:prstGeom>
          <a:noFill/>
        </p:spPr>
        <p:txBody>
          <a:bodyPr wrap="none" rtlCol="0">
            <a:spAutoFit/>
          </a:bodyPr>
          <a:lstStyle/>
          <a:p>
            <a:r>
              <a:rPr lang="en-US" sz="1600" dirty="0">
                <a:solidFill>
                  <a:schemeClr val="bg1"/>
                </a:solidFill>
              </a:rPr>
              <a:t>www.postersession.com</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rtl="0" eaLnBrk="1" latinLnBrk="0" hangingPunct="1">
        <a:spcBef>
          <a:spcPct val="0"/>
        </a:spcBef>
        <a:buNone/>
        <a:defRPr kumimoji="0" sz="17300" kern="1200" cap="all" baseline="0">
          <a:solidFill>
            <a:schemeClr val="tx2"/>
          </a:solidFill>
          <a:effectLst>
            <a:reflection blurRad="12700" stA="48000" endA="300" endPos="55000" dir="5400000" sy="-90000" algn="bl" rotWithShape="0"/>
          </a:effectLst>
          <a:latin typeface="+mj-lt"/>
          <a:ea typeface="+mj-ea"/>
          <a:cs typeface="+mj-cs"/>
        </a:defRPr>
      </a:lvl1pPr>
    </p:titleStyle>
    <p:bodyStyle>
      <a:lvl1pPr marL="1645920" indent="-1645920" algn="l" rtl="0" eaLnBrk="1" latinLnBrk="0" hangingPunct="1">
        <a:spcBef>
          <a:spcPct val="20000"/>
        </a:spcBef>
        <a:buClr>
          <a:schemeClr val="accent1"/>
        </a:buClr>
        <a:buSzPct val="70000"/>
        <a:buFont typeface="Wingdings 2" panose="05020102010507070707"/>
        <a:buChar char=""/>
        <a:defRPr kumimoji="0" sz="15400" kern="1200">
          <a:solidFill>
            <a:schemeClr val="tx2"/>
          </a:solidFill>
          <a:latin typeface="+mn-lt"/>
          <a:ea typeface="+mn-ea"/>
          <a:cs typeface="+mn-cs"/>
        </a:defRPr>
      </a:lvl1pPr>
      <a:lvl2pPr marL="3566160" indent="-1371600" algn="l" rtl="0" eaLnBrk="1" latinLnBrk="0" hangingPunct="1">
        <a:spcBef>
          <a:spcPct val="20000"/>
        </a:spcBef>
        <a:buClr>
          <a:schemeClr val="accent1"/>
        </a:buClr>
        <a:buSzPct val="70000"/>
        <a:buFont typeface="Wingdings 2" panose="05020102010507070707"/>
        <a:buChar char=""/>
        <a:defRPr kumimoji="0" sz="13400" kern="1200">
          <a:solidFill>
            <a:schemeClr val="tx2"/>
          </a:solidFill>
          <a:latin typeface="+mn-lt"/>
          <a:ea typeface="+mn-ea"/>
          <a:cs typeface="+mn-cs"/>
        </a:defRPr>
      </a:lvl2pPr>
      <a:lvl3pPr marL="5486400" indent="-1097280" algn="l" rtl="0" eaLnBrk="1" latinLnBrk="0" hangingPunct="1">
        <a:spcBef>
          <a:spcPct val="20000"/>
        </a:spcBef>
        <a:buClr>
          <a:schemeClr val="accent1"/>
        </a:buClr>
        <a:buSzPct val="70000"/>
        <a:buFont typeface="Wingdings 2" panose="05020102010507070707"/>
        <a:buChar char=""/>
        <a:defRPr kumimoji="0" sz="11500" kern="1200">
          <a:solidFill>
            <a:schemeClr val="tx2"/>
          </a:solidFill>
          <a:latin typeface="+mn-lt"/>
          <a:ea typeface="+mn-ea"/>
          <a:cs typeface="+mn-cs"/>
        </a:defRPr>
      </a:lvl3pPr>
      <a:lvl4pPr marL="7680960" indent="-1097280" algn="l" rtl="0" eaLnBrk="1" latinLnBrk="0" hangingPunct="1">
        <a:spcBef>
          <a:spcPct val="20000"/>
        </a:spcBef>
        <a:buClr>
          <a:schemeClr val="accent1"/>
        </a:buClr>
        <a:buSzPct val="70000"/>
        <a:buFont typeface="Wingdings 2" panose="05020102010507070707"/>
        <a:buChar char=""/>
        <a:defRPr kumimoji="0" sz="9600" kern="1200">
          <a:solidFill>
            <a:schemeClr val="tx2"/>
          </a:solidFill>
          <a:latin typeface="+mn-lt"/>
          <a:ea typeface="+mn-ea"/>
          <a:cs typeface="+mn-cs"/>
        </a:defRPr>
      </a:lvl4pPr>
      <a:lvl5pPr marL="9875520" indent="-1097280" algn="l" rtl="0" eaLnBrk="1" latinLnBrk="0" hangingPunct="1">
        <a:spcBef>
          <a:spcPct val="20000"/>
        </a:spcBef>
        <a:buClr>
          <a:schemeClr val="accent1"/>
        </a:buClr>
        <a:buSzPct val="60000"/>
        <a:buFont typeface="Wingdings 2" panose="05020102010507070707"/>
        <a:buChar char=""/>
        <a:defRPr kumimoji="0" sz="8600" kern="1200">
          <a:solidFill>
            <a:schemeClr val="tx2"/>
          </a:solidFill>
          <a:latin typeface="+mn-lt"/>
          <a:ea typeface="+mn-ea"/>
          <a:cs typeface="+mn-cs"/>
        </a:defRPr>
      </a:lvl5pPr>
      <a:lvl6pPr marL="12070080" indent="-1097280" algn="l" rtl="0" eaLnBrk="1" latinLnBrk="0" hangingPunct="1">
        <a:spcBef>
          <a:spcPct val="20000"/>
        </a:spcBef>
        <a:buClr>
          <a:schemeClr val="accent1"/>
        </a:buClr>
        <a:buSzPct val="60000"/>
        <a:buFont typeface="Wingdings 2" panose="05020102010507070707"/>
        <a:buChar char=""/>
        <a:defRPr kumimoji="0" sz="8600" kern="1200">
          <a:solidFill>
            <a:schemeClr val="tx2"/>
          </a:solidFill>
          <a:latin typeface="+mn-lt"/>
          <a:ea typeface="+mn-ea"/>
          <a:cs typeface="+mn-cs"/>
        </a:defRPr>
      </a:lvl6pPr>
      <a:lvl7pPr marL="14264640" indent="-1097280" algn="l" rtl="0" eaLnBrk="1" latinLnBrk="0" hangingPunct="1">
        <a:spcBef>
          <a:spcPct val="20000"/>
        </a:spcBef>
        <a:buClr>
          <a:schemeClr val="accent1"/>
        </a:buClr>
        <a:buSzPct val="60000"/>
        <a:buFont typeface="Wingdings 2" panose="05020102010507070707"/>
        <a:buChar char=""/>
        <a:defRPr kumimoji="0" sz="7700" kern="1200">
          <a:solidFill>
            <a:schemeClr val="tx2"/>
          </a:solidFill>
          <a:latin typeface="+mn-lt"/>
          <a:ea typeface="+mn-ea"/>
          <a:cs typeface="+mn-cs"/>
        </a:defRPr>
      </a:lvl7pPr>
      <a:lvl8pPr marL="16459200" indent="-1097280" algn="l" rtl="0" eaLnBrk="1" latinLnBrk="0" hangingPunct="1">
        <a:spcBef>
          <a:spcPct val="20000"/>
        </a:spcBef>
        <a:buClr>
          <a:schemeClr val="accent1"/>
        </a:buClr>
        <a:buSzPct val="60000"/>
        <a:buFont typeface="Wingdings 2" panose="05020102010507070707"/>
        <a:buChar char=""/>
        <a:defRPr kumimoji="0" sz="7700" kern="1200" baseline="0">
          <a:solidFill>
            <a:schemeClr val="tx2"/>
          </a:solidFill>
          <a:latin typeface="+mn-lt"/>
          <a:ea typeface="+mn-ea"/>
          <a:cs typeface="+mn-cs"/>
        </a:defRPr>
      </a:lvl8pPr>
      <a:lvl9pPr marL="18653760" indent="-1097280" algn="l" rtl="0" eaLnBrk="1" latinLnBrk="0" hangingPunct="1">
        <a:spcBef>
          <a:spcPct val="20000"/>
        </a:spcBef>
        <a:buClr>
          <a:schemeClr val="accent1"/>
        </a:buClr>
        <a:buSzPct val="60000"/>
        <a:buFont typeface="Wingdings 2" panose="05020102010507070707"/>
        <a:buChar char=""/>
        <a:defRPr kumimoji="0" sz="67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2194560" algn="l" rtl="0" eaLnBrk="1" latinLnBrk="0" hangingPunct="1">
        <a:defRPr kumimoji="0" kern="1200">
          <a:solidFill>
            <a:schemeClr val="tx1"/>
          </a:solidFill>
          <a:latin typeface="+mn-lt"/>
          <a:ea typeface="+mn-ea"/>
          <a:cs typeface="+mn-cs"/>
        </a:defRPr>
      </a:lvl2pPr>
      <a:lvl3pPr marL="4389120" algn="l" rtl="0" eaLnBrk="1" latinLnBrk="0" hangingPunct="1">
        <a:defRPr kumimoji="0" kern="1200">
          <a:solidFill>
            <a:schemeClr val="tx1"/>
          </a:solidFill>
          <a:latin typeface="+mn-lt"/>
          <a:ea typeface="+mn-ea"/>
          <a:cs typeface="+mn-cs"/>
        </a:defRPr>
      </a:lvl3pPr>
      <a:lvl4pPr marL="6583680" algn="l" rtl="0" eaLnBrk="1" latinLnBrk="0" hangingPunct="1">
        <a:defRPr kumimoji="0" kern="1200">
          <a:solidFill>
            <a:schemeClr val="tx1"/>
          </a:solidFill>
          <a:latin typeface="+mn-lt"/>
          <a:ea typeface="+mn-ea"/>
          <a:cs typeface="+mn-cs"/>
        </a:defRPr>
      </a:lvl4pPr>
      <a:lvl5pPr marL="8778240" algn="l" rtl="0" eaLnBrk="1" latinLnBrk="0" hangingPunct="1">
        <a:defRPr kumimoji="0" kern="1200">
          <a:solidFill>
            <a:schemeClr val="tx1"/>
          </a:solidFill>
          <a:latin typeface="+mn-lt"/>
          <a:ea typeface="+mn-ea"/>
          <a:cs typeface="+mn-cs"/>
        </a:defRPr>
      </a:lvl5pPr>
      <a:lvl6pPr marL="10972800" algn="l" rtl="0" eaLnBrk="1" latinLnBrk="0" hangingPunct="1">
        <a:defRPr kumimoji="0" kern="1200">
          <a:solidFill>
            <a:schemeClr val="tx1"/>
          </a:solidFill>
          <a:latin typeface="+mn-lt"/>
          <a:ea typeface="+mn-ea"/>
          <a:cs typeface="+mn-cs"/>
        </a:defRPr>
      </a:lvl6pPr>
      <a:lvl7pPr marL="13167360" algn="l" rtl="0" eaLnBrk="1" latinLnBrk="0" hangingPunct="1">
        <a:defRPr kumimoji="0" kern="1200">
          <a:solidFill>
            <a:schemeClr val="tx1"/>
          </a:solidFill>
          <a:latin typeface="+mn-lt"/>
          <a:ea typeface="+mn-ea"/>
          <a:cs typeface="+mn-cs"/>
        </a:defRPr>
      </a:lvl7pPr>
      <a:lvl8pPr marL="15361920" algn="l" rtl="0" eaLnBrk="1" latinLnBrk="0" hangingPunct="1">
        <a:defRPr kumimoji="0" kern="1200">
          <a:solidFill>
            <a:schemeClr val="tx1"/>
          </a:solidFill>
          <a:latin typeface="+mn-lt"/>
          <a:ea typeface="+mn-ea"/>
          <a:cs typeface="+mn-cs"/>
        </a:defRPr>
      </a:lvl8pPr>
      <a:lvl9pPr marL="1755648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AutoShape 29"/>
          <p:cNvSpPr>
            <a:spLocks noChangeArrowheads="1"/>
          </p:cNvSpPr>
          <p:nvPr/>
        </p:nvSpPr>
        <p:spPr bwMode="auto">
          <a:xfrm>
            <a:off x="11311890" y="7329806"/>
            <a:ext cx="10401300" cy="35630068"/>
          </a:xfrm>
          <a:prstGeom prst="roundRect">
            <a:avLst>
              <a:gd name="adj" fmla="val 7000"/>
            </a:avLst>
          </a:prstGeom>
          <a:solidFill>
            <a:schemeClr val="bg1"/>
          </a:solidFill>
          <a:ln w="9525">
            <a:solidFill>
              <a:schemeClr val="tx1"/>
            </a:solidFill>
            <a:round/>
          </a:ln>
          <a:effectLst/>
        </p:spPr>
        <p:txBody>
          <a:bodyPr wrap="none" anchor="ctr"/>
          <a:lstStyle/>
          <a:p>
            <a:endParaRPr lang="en-IN" sz="3600" dirty="0">
              <a:latin typeface="Times New Roman" panose="02020603050405020304" pitchFamily="18" charset="0"/>
              <a:cs typeface="Times New Roman" panose="02020603050405020304" pitchFamily="18" charset="0"/>
            </a:endParaRPr>
          </a:p>
        </p:txBody>
      </p:sp>
      <p:sp>
        <p:nvSpPr>
          <p:cNvPr id="22" name="AutoShape 31"/>
          <p:cNvSpPr>
            <a:spLocks noChangeArrowheads="1"/>
          </p:cNvSpPr>
          <p:nvPr/>
        </p:nvSpPr>
        <p:spPr bwMode="auto">
          <a:xfrm>
            <a:off x="21891123" y="7347275"/>
            <a:ext cx="10701769" cy="35654229"/>
          </a:xfrm>
          <a:prstGeom prst="roundRect">
            <a:avLst>
              <a:gd name="adj" fmla="val 7000"/>
            </a:avLst>
          </a:prstGeom>
          <a:solidFill>
            <a:schemeClr val="bg1"/>
          </a:solidFill>
          <a:ln w="9525">
            <a:solidFill>
              <a:schemeClr val="tx1"/>
            </a:solidFill>
            <a:round/>
          </a:ln>
          <a:effectLst/>
        </p:spPr>
        <p:txBody>
          <a:bodyPr wrap="none" anchor="ctr"/>
          <a:lstStyle/>
          <a:p>
            <a:r>
              <a:rPr lang="en-US" sz="3600" dirty="0"/>
              <a:t>           </a:t>
            </a:r>
          </a:p>
        </p:txBody>
      </p:sp>
      <p:sp>
        <p:nvSpPr>
          <p:cNvPr id="23" name="AutoShape 4"/>
          <p:cNvSpPr>
            <a:spLocks noChangeArrowheads="1"/>
          </p:cNvSpPr>
          <p:nvPr/>
        </p:nvSpPr>
        <p:spPr bwMode="auto">
          <a:xfrm>
            <a:off x="158312" y="7369174"/>
            <a:ext cx="10905711" cy="35525229"/>
          </a:xfrm>
          <a:prstGeom prst="roundRect">
            <a:avLst>
              <a:gd name="adj" fmla="val 7000"/>
            </a:avLst>
          </a:prstGeom>
          <a:solidFill>
            <a:schemeClr val="bg1"/>
          </a:solidFill>
          <a:ln w="9525">
            <a:solidFill>
              <a:schemeClr val="tx1"/>
            </a:solidFill>
            <a:round/>
          </a:ln>
          <a:effectLst/>
        </p:spPr>
        <p:txBody>
          <a:bodyPr wrap="none" anchor="ctr"/>
          <a:lstStyle/>
          <a:p>
            <a:endParaRPr lang="en-US" dirty="0"/>
          </a:p>
        </p:txBody>
      </p:sp>
      <p:sp>
        <p:nvSpPr>
          <p:cNvPr id="2057" name="Text Box 9"/>
          <p:cNvSpPr txBox="1">
            <a:spLocks noChangeArrowheads="1"/>
          </p:cNvSpPr>
          <p:nvPr/>
        </p:nvSpPr>
        <p:spPr bwMode="auto">
          <a:xfrm>
            <a:off x="466223" y="8763848"/>
            <a:ext cx="10410826" cy="6063198"/>
          </a:xfrm>
          <a:prstGeom prst="rect">
            <a:avLst/>
          </a:prstGeom>
          <a:noFill/>
          <a:ln w="9525">
            <a:noFill/>
            <a:miter lim="800000"/>
          </a:ln>
          <a:effectLst/>
        </p:spPr>
        <p:txBody>
          <a:bodyPr wrap="square">
            <a:spAutoFit/>
          </a:bodyPr>
          <a:lstStyle/>
          <a:p>
            <a:pPr algn="just"/>
            <a:endParaRPr lang="en-US" sz="2800" dirty="0">
              <a:solidFill>
                <a:srgbClr val="002164"/>
              </a:solidFill>
            </a:endParaRPr>
          </a:p>
          <a:p>
            <a:pPr marL="571500" indent="-571500" algn="just">
              <a:buFont typeface="Wingdings" panose="05000000000000000000" charset="0"/>
              <a:buChar char=""/>
            </a:pPr>
            <a:r>
              <a:rPr lang="en-US" sz="3600" dirty="0">
                <a:latin typeface="Times New Roman" panose="02020603050405020304" pitchFamily="18" charset="0"/>
                <a:cs typeface="Times New Roman" panose="02020603050405020304" pitchFamily="18" charset="0"/>
                <a:sym typeface="+mn-ea"/>
              </a:rPr>
              <a:t>Rapid advancements in AI are transforming veterinary medicine, improving animal healthcare through smarter decision-making.</a:t>
            </a:r>
          </a:p>
          <a:p>
            <a:pPr marL="571500" indent="-571500" algn="just">
              <a:buFont typeface="Wingdings" panose="05000000000000000000" charset="0"/>
              <a:buChar char=""/>
            </a:pPr>
            <a:r>
              <a:rPr lang="en-US" sz="3600" dirty="0">
                <a:latin typeface="Times New Roman" panose="02020603050405020304" pitchFamily="18" charset="0"/>
                <a:cs typeface="Times New Roman" panose="02020603050405020304" pitchFamily="18" charset="0"/>
                <a:sym typeface="+mn-ea"/>
              </a:rPr>
              <a:t> Traditional veterinary management faces challenges in real-time data handling, patient monitoring, and personalized interventions.</a:t>
            </a:r>
          </a:p>
          <a:p>
            <a:pPr marL="571500" indent="-571500" algn="just">
              <a:buFont typeface="Wingdings" panose="05000000000000000000" charset="0"/>
              <a:buChar char=""/>
            </a:pPr>
            <a:r>
              <a:rPr lang="en-US" sz="3600" dirty="0">
                <a:latin typeface="Times New Roman" panose="02020603050405020304" pitchFamily="18" charset="0"/>
                <a:cs typeface="Times New Roman" panose="02020603050405020304" pitchFamily="18" charset="0"/>
                <a:sym typeface="+mn-ea"/>
              </a:rPr>
              <a:t> The project leverages AI to support clinical decisions, manage health records, and provide proactive care for livestock and pets.</a:t>
            </a:r>
          </a:p>
          <a:p>
            <a:pPr marL="571500" indent="-571500" algn="just">
              <a:buFont typeface="Wingdings" panose="05000000000000000000" charset="0"/>
              <a:buChar char=""/>
            </a:pPr>
            <a:endParaRPr lang="en-US" sz="3600" dirty="0">
              <a:latin typeface="Times New Roman" panose="02020603050405020304" pitchFamily="18" charset="0"/>
              <a:cs typeface="Times New Roman" panose="02020603050405020304" pitchFamily="18" charset="0"/>
              <a:sym typeface="+mn-ea"/>
            </a:endParaRPr>
          </a:p>
        </p:txBody>
      </p:sp>
      <p:sp>
        <p:nvSpPr>
          <p:cNvPr id="2059" name="Text Box 11"/>
          <p:cNvSpPr txBox="1">
            <a:spLocks noChangeArrowheads="1"/>
          </p:cNvSpPr>
          <p:nvPr/>
        </p:nvSpPr>
        <p:spPr bwMode="auto">
          <a:xfrm>
            <a:off x="22941815" y="19643376"/>
            <a:ext cx="7372350" cy="1106805"/>
          </a:xfrm>
          <a:prstGeom prst="rect">
            <a:avLst/>
          </a:prstGeom>
          <a:noFill/>
          <a:ln w="9525">
            <a:noFill/>
            <a:miter lim="800000"/>
          </a:ln>
          <a:effectLst/>
        </p:spPr>
        <p:txBody>
          <a:bodyPr wrap="square">
            <a:spAutoFit/>
          </a:bodyPr>
          <a:lstStyle/>
          <a:p>
            <a:pPr defTabSz="4389120">
              <a:spcBef>
                <a:spcPct val="50000"/>
              </a:spcBef>
            </a:pPr>
            <a:r>
              <a:rPr lang="en-IN" altLang="en-US" sz="6600" b="1" dirty="0">
                <a:solidFill>
                  <a:schemeClr val="accent5">
                    <a:lumMod val="75000"/>
                  </a:schemeClr>
                </a:solidFill>
                <a:sym typeface="+mn-ea"/>
              </a:rPr>
              <a:t>CONCLUSION</a:t>
            </a:r>
            <a:endParaRPr lang="en-US" sz="6600" b="1" dirty="0">
              <a:solidFill>
                <a:srgbClr val="003064"/>
              </a:solidFill>
            </a:endParaRPr>
          </a:p>
        </p:txBody>
      </p:sp>
      <p:sp>
        <p:nvSpPr>
          <p:cNvPr id="2061" name="AutoShape 13"/>
          <p:cNvSpPr>
            <a:spLocks noChangeArrowheads="1"/>
          </p:cNvSpPr>
          <p:nvPr/>
        </p:nvSpPr>
        <p:spPr bwMode="auto">
          <a:xfrm>
            <a:off x="466222" y="877952"/>
            <a:ext cx="32126669" cy="6365766"/>
          </a:xfrm>
          <a:prstGeom prst="roundRect">
            <a:avLst>
              <a:gd name="adj" fmla="val 10870"/>
            </a:avLst>
          </a:prstGeom>
        </p:spPr>
        <p:style>
          <a:lnRef idx="2">
            <a:schemeClr val="accent5"/>
          </a:lnRef>
          <a:fillRef idx="1">
            <a:schemeClr val="lt1"/>
          </a:fillRef>
          <a:effectRef idx="0">
            <a:schemeClr val="accent5"/>
          </a:effectRef>
          <a:fontRef idx="minor">
            <a:schemeClr val="dk1"/>
          </a:fontRef>
        </p:style>
        <p:txBody>
          <a:bodyPr wrap="none" anchor="ctr"/>
          <a:lstStyle/>
          <a:p>
            <a:pPr defTabSz="4389120"/>
            <a:r>
              <a:rPr lang="en-US" dirty="0">
                <a:solidFill>
                  <a:schemeClr val="bg1"/>
                </a:solidFill>
              </a:rPr>
              <a:t>1 Department of Electronics and </a:t>
            </a:r>
            <a:r>
              <a:rPr lang="en-US">
                <a:solidFill>
                  <a:schemeClr val="bg1"/>
                </a:solidFill>
              </a:rPr>
              <a:t>Communication Engine</a:t>
            </a:r>
            <a:endParaRPr lang="en-US" dirty="0">
              <a:solidFill>
                <a:schemeClr val="bg1"/>
              </a:solidFill>
            </a:endParaRPr>
          </a:p>
          <a:p>
            <a:pPr defTabSz="4389120"/>
            <a:r>
              <a:rPr lang="en-US" dirty="0">
                <a:solidFill>
                  <a:schemeClr val="bg1"/>
                </a:solidFill>
              </a:rPr>
              <a:t>{ chaya.bm,venkatesha.m, ananyan.13ec,deanrnd}@saividya.ac.in</a:t>
            </a:r>
          </a:p>
        </p:txBody>
      </p:sp>
      <p:sp>
        <p:nvSpPr>
          <p:cNvPr id="2062" name="Text Box 14"/>
          <p:cNvSpPr txBox="1">
            <a:spLocks noChangeArrowheads="1"/>
          </p:cNvSpPr>
          <p:nvPr/>
        </p:nvSpPr>
        <p:spPr bwMode="auto">
          <a:xfrm>
            <a:off x="687951" y="925035"/>
            <a:ext cx="30993181" cy="4062651"/>
          </a:xfrm>
          <a:prstGeom prst="rect">
            <a:avLst/>
          </a:prstGeom>
          <a:noFill/>
          <a:ln w="9525">
            <a:noFill/>
            <a:miter lim="800000"/>
          </a:ln>
          <a:effectLst/>
        </p:spPr>
        <p:txBody>
          <a:bodyPr wrap="square">
            <a:spAutoFit/>
          </a:bodyPr>
          <a:lstStyle/>
          <a:p>
            <a:pPr defTabSz="4389120"/>
            <a:r>
              <a:rPr lang="en-IN" altLang="en-US" sz="9600" b="1" dirty="0">
                <a:solidFill>
                  <a:schemeClr val="accent6">
                    <a:lumMod val="75000"/>
                  </a:schemeClr>
                </a:solidFill>
                <a:latin typeface="Times New Roman" panose="02020603050405020304" pitchFamily="18" charset="0"/>
                <a:cs typeface="Times New Roman" panose="02020603050405020304" pitchFamily="18" charset="0"/>
              </a:rPr>
              <a:t>SAI VIDYA INSTITUTE OF TECHNOLOGY</a:t>
            </a:r>
          </a:p>
          <a:p>
            <a:pPr defTabSz="4389120"/>
            <a:r>
              <a:rPr lang="en-IN" altLang="en-US" sz="5400" b="1" dirty="0">
                <a:solidFill>
                  <a:srgbClr val="EA2A2A"/>
                </a:solidFill>
                <a:latin typeface="Palatino Linotype" panose="02040502050505030304" pitchFamily="18" charset="0"/>
              </a:rPr>
              <a:t>Niharika M </a:t>
            </a:r>
            <a:r>
              <a:rPr lang="en-IN" altLang="en-US" sz="5400" b="1" dirty="0" err="1">
                <a:solidFill>
                  <a:srgbClr val="EA2A2A"/>
                </a:solidFill>
                <a:latin typeface="Palatino Linotype" panose="02040502050505030304" pitchFamily="18" charset="0"/>
              </a:rPr>
              <a:t>Kodige</a:t>
            </a:r>
            <a:r>
              <a:rPr lang="en-IN" altLang="en-US" sz="5400" b="1" dirty="0">
                <a:solidFill>
                  <a:srgbClr val="EA2A2A"/>
                </a:solidFill>
                <a:latin typeface="Palatino Linotype" panose="02040502050505030304" pitchFamily="18" charset="0"/>
              </a:rPr>
              <a:t>, Mahima K, Ranjana H, SM Parkavi</a:t>
            </a:r>
            <a:br>
              <a:rPr lang="en-IN" altLang="en-US" sz="6000" b="1" dirty="0">
                <a:solidFill>
                  <a:srgbClr val="EA2A2A"/>
                </a:solidFill>
                <a:latin typeface="Palatino Linotype" panose="02040502050505030304" pitchFamily="18" charset="0"/>
              </a:rPr>
            </a:br>
            <a:r>
              <a:rPr lang="en-US" sz="4800" b="1" i="1" dirty="0">
                <a:latin typeface="Palatino Linotype" panose="02040502050505030304" pitchFamily="18" charset="0"/>
                <a:cs typeface="Times New Roman" panose="02020603050405020304" pitchFamily="18" charset="0"/>
              </a:rPr>
              <a:t>Under the guidance of  Dr Varun E, Associate Professor, Dept., of CSE.</a:t>
            </a:r>
          </a:p>
          <a:p>
            <a:pPr defTabSz="4389120"/>
            <a:r>
              <a:rPr lang="en-US" sz="6000" dirty="0">
                <a:solidFill>
                  <a:srgbClr val="002164"/>
                </a:solidFill>
                <a:latin typeface="Palatino Linotype" panose="02040502050505030304" pitchFamily="18" charset="0"/>
              </a:rPr>
              <a:t>Department of CS&amp;E, Sai Vidya Institute of Technology</a:t>
            </a:r>
            <a:r>
              <a:rPr lang="en-IN" altLang="en-US" sz="6000" dirty="0">
                <a:solidFill>
                  <a:srgbClr val="002164"/>
                </a:solidFill>
                <a:latin typeface="Palatino Linotype" panose="02040502050505030304" pitchFamily="18" charset="0"/>
              </a:rPr>
              <a:t>, </a:t>
            </a:r>
            <a:r>
              <a:rPr lang="en-US" sz="6000" dirty="0">
                <a:solidFill>
                  <a:srgbClr val="002164"/>
                </a:solidFill>
                <a:latin typeface="Palatino Linotype" panose="02040502050505030304" pitchFamily="18" charset="0"/>
              </a:rPr>
              <a:t>Bangalore</a:t>
            </a:r>
          </a:p>
        </p:txBody>
      </p:sp>
      <p:sp>
        <p:nvSpPr>
          <p:cNvPr id="2075" name="Text Box 27"/>
          <p:cNvSpPr txBox="1">
            <a:spLocks noChangeArrowheads="1"/>
          </p:cNvSpPr>
          <p:nvPr/>
        </p:nvSpPr>
        <p:spPr bwMode="auto">
          <a:xfrm>
            <a:off x="21850907" y="32263859"/>
            <a:ext cx="10086288" cy="923330"/>
          </a:xfrm>
          <a:prstGeom prst="rect">
            <a:avLst/>
          </a:prstGeom>
          <a:noFill/>
          <a:ln w="9525">
            <a:noFill/>
            <a:miter lim="800000"/>
          </a:ln>
          <a:effectLst/>
        </p:spPr>
        <p:txBody>
          <a:bodyPr wrap="square">
            <a:spAutoFit/>
          </a:bodyPr>
          <a:lstStyle/>
          <a:p>
            <a:pPr defTabSz="4389120">
              <a:spcBef>
                <a:spcPct val="50000"/>
              </a:spcBef>
            </a:pPr>
            <a:r>
              <a:rPr lang="en-IN" altLang="en-US" sz="5400" b="1" dirty="0">
                <a:solidFill>
                  <a:schemeClr val="accent5">
                    <a:lumMod val="75000"/>
                  </a:schemeClr>
                </a:solidFill>
                <a:effectLst>
                  <a:outerShdw blurRad="38100" dist="19050" dir="2700000" algn="tl" rotWithShape="0">
                    <a:schemeClr val="dk1">
                      <a:alpha val="40000"/>
                    </a:schemeClr>
                  </a:outerShdw>
                </a:effectLst>
                <a:sym typeface="+mn-ea"/>
              </a:rPr>
              <a:t>REFERENCES</a:t>
            </a:r>
            <a:endParaRPr lang="en-US" sz="5400" b="1" dirty="0">
              <a:solidFill>
                <a:srgbClr val="003064"/>
              </a:solidFill>
            </a:endParaRPr>
          </a:p>
        </p:txBody>
      </p:sp>
      <p:sp>
        <p:nvSpPr>
          <p:cNvPr id="2090" name="Text Box 42"/>
          <p:cNvSpPr txBox="1">
            <a:spLocks noChangeArrowheads="1"/>
          </p:cNvSpPr>
          <p:nvPr/>
        </p:nvSpPr>
        <p:spPr bwMode="auto">
          <a:xfrm>
            <a:off x="1982470" y="7587270"/>
            <a:ext cx="7372350" cy="1107996"/>
          </a:xfrm>
          <a:prstGeom prst="rect">
            <a:avLst/>
          </a:prstGeom>
          <a:noFill/>
          <a:ln w="9525">
            <a:noFill/>
            <a:miter lim="800000"/>
          </a:ln>
          <a:effectLst/>
        </p:spPr>
        <p:txBody>
          <a:bodyPr>
            <a:spAutoFit/>
            <a:scene3d>
              <a:camera prst="orthographicFront"/>
              <a:lightRig rig="threePt" dir="t"/>
            </a:scene3d>
          </a:bodyPr>
          <a:lstStyle/>
          <a:p>
            <a:pPr defTabSz="4389120">
              <a:spcBef>
                <a:spcPct val="50000"/>
              </a:spcBef>
            </a:pPr>
            <a:r>
              <a:rPr lang="en-US" sz="6600" b="1" dirty="0">
                <a:solidFill>
                  <a:schemeClr val="accent5">
                    <a:lumMod val="75000"/>
                  </a:schemeClr>
                </a:solidFill>
                <a:effectLst>
                  <a:outerShdw blurRad="38100" dist="19050" dir="2700000" algn="tl" rotWithShape="0">
                    <a:schemeClr val="dk1">
                      <a:alpha val="40000"/>
                    </a:schemeClr>
                  </a:outerShdw>
                </a:effectLst>
              </a:rPr>
              <a:t>INTRODUCTION</a:t>
            </a:r>
          </a:p>
        </p:txBody>
      </p:sp>
      <p:sp>
        <p:nvSpPr>
          <p:cNvPr id="2091" name="Text Box 43"/>
          <p:cNvSpPr txBox="1">
            <a:spLocks noChangeArrowheads="1"/>
          </p:cNvSpPr>
          <p:nvPr/>
        </p:nvSpPr>
        <p:spPr bwMode="auto">
          <a:xfrm>
            <a:off x="12879463" y="23607922"/>
            <a:ext cx="7372350" cy="2123658"/>
          </a:xfrm>
          <a:prstGeom prst="rect">
            <a:avLst/>
          </a:prstGeom>
          <a:noFill/>
          <a:ln w="9525">
            <a:noFill/>
            <a:miter lim="800000"/>
          </a:ln>
          <a:effectLst/>
        </p:spPr>
        <p:txBody>
          <a:bodyPr>
            <a:spAutoFit/>
          </a:bodyPr>
          <a:lstStyle/>
          <a:p>
            <a:pPr defTabSz="4389120">
              <a:spcBef>
                <a:spcPct val="50000"/>
              </a:spcBef>
            </a:pPr>
            <a:r>
              <a:rPr lang="en-IN" altLang="en-US" sz="6600" b="1" dirty="0">
                <a:solidFill>
                  <a:schemeClr val="accent5">
                    <a:lumMod val="75000"/>
                  </a:schemeClr>
                </a:solidFill>
                <a:sym typeface="+mn-ea"/>
              </a:rPr>
              <a:t>RESULTS AND DISCUSSIONS</a:t>
            </a:r>
            <a:endParaRPr lang="en-US" sz="6600" b="1" dirty="0">
              <a:solidFill>
                <a:srgbClr val="003064"/>
              </a:solidFill>
            </a:endParaRPr>
          </a:p>
        </p:txBody>
      </p:sp>
      <p:sp>
        <p:nvSpPr>
          <p:cNvPr id="2097" name="Text Box 49"/>
          <p:cNvSpPr txBox="1">
            <a:spLocks noChangeArrowheads="1"/>
          </p:cNvSpPr>
          <p:nvPr/>
        </p:nvSpPr>
        <p:spPr bwMode="auto">
          <a:xfrm>
            <a:off x="29545360" y="2984500"/>
            <a:ext cx="2743200" cy="523220"/>
          </a:xfrm>
          <a:prstGeom prst="rect">
            <a:avLst/>
          </a:prstGeom>
          <a:noFill/>
          <a:ln w="9525">
            <a:noFill/>
            <a:miter lim="800000"/>
          </a:ln>
          <a:effectLst/>
        </p:spPr>
        <p:txBody>
          <a:bodyPr>
            <a:spAutoFit/>
          </a:bodyPr>
          <a:lstStyle/>
          <a:p>
            <a:pPr defTabSz="4389120">
              <a:spcBef>
                <a:spcPct val="50000"/>
              </a:spcBef>
            </a:pPr>
            <a:endParaRPr lang="en-US" sz="2800" dirty="0">
              <a:solidFill>
                <a:srgbClr val="FF0000"/>
              </a:solidFill>
            </a:endParaRPr>
          </a:p>
        </p:txBody>
      </p:sp>
      <p:sp>
        <p:nvSpPr>
          <p:cNvPr id="3" name="TextBox 2"/>
          <p:cNvSpPr txBox="1"/>
          <p:nvPr/>
        </p:nvSpPr>
        <p:spPr>
          <a:xfrm>
            <a:off x="22092919" y="33665273"/>
            <a:ext cx="10230993" cy="12280285"/>
          </a:xfrm>
          <a:prstGeom prst="rect">
            <a:avLst/>
          </a:prstGeom>
          <a:noFill/>
        </p:spPr>
        <p:txBody>
          <a:bodyPr wrap="square" rtlCol="0">
            <a:spAutoFit/>
          </a:bodyPr>
          <a:lstStyle/>
          <a:p>
            <a:pPr algn="just"/>
            <a:r>
              <a:rPr lang="en-IN" sz="3600" dirty="0">
                <a:latin typeface="Times New Roman" panose="02020603050405020304" pitchFamily="18" charset="0"/>
                <a:cs typeface="Times New Roman" panose="02020603050405020304" pitchFamily="18" charset="0"/>
              </a:rPr>
              <a:t>[1]  Prashanna J and Dr. Vanita Jaitly, “AI-Powered Veterinary Chatbot for Automated Diagnosis,” </a:t>
            </a:r>
            <a:r>
              <a:rPr lang="en-IN" sz="3600" i="1" dirty="0">
                <a:latin typeface="Times New Roman" panose="02020603050405020304" pitchFamily="18" charset="0"/>
                <a:cs typeface="Times New Roman" panose="02020603050405020304" pitchFamily="18" charset="0"/>
              </a:rPr>
              <a:t>Proceedings of the International Conference on Inventive Computation Technologies (ICICT)</a:t>
            </a:r>
            <a:r>
              <a:rPr lang="en-IN" sz="3600" dirty="0">
                <a:latin typeface="Times New Roman" panose="02020603050405020304" pitchFamily="18" charset="0"/>
                <a:cs typeface="Times New Roman" panose="02020603050405020304" pitchFamily="18" charset="0"/>
              </a:rPr>
              <a:t>, pp. 1629–1635, Jan. 2025.</a:t>
            </a:r>
          </a:p>
          <a:p>
            <a:pPr lvl="0" algn="just" fontAlgn="auto">
              <a:spcBef>
                <a:spcPts val="0"/>
              </a:spcBef>
              <a:spcAft>
                <a:spcPts val="0"/>
              </a:spcAft>
              <a:defRPr/>
            </a:pPr>
            <a:r>
              <a:rPr lang="en-IN" sz="3600" dirty="0">
                <a:latin typeface="Times New Roman" panose="02020603050405020304" pitchFamily="18" charset="0"/>
                <a:cs typeface="Times New Roman" panose="02020603050405020304" pitchFamily="18" charset="0"/>
              </a:rPr>
              <a:t>[2] Y.-G. Jin, G. Wu, J.-W. Seo, S.-J. Park, S.-H. Hur, D. Aliyeva, J.-H. Park, and K.-M. Kim, “AI Veterinary Assistance: Enhancing Clinical Decision-Making in Animal Healthcare,” </a:t>
            </a:r>
            <a:r>
              <a:rPr lang="en-IN" sz="3600" i="1" dirty="0">
                <a:latin typeface="Times New Roman" panose="02020603050405020304" pitchFamily="18" charset="0"/>
                <a:cs typeface="Times New Roman" panose="02020603050405020304" pitchFamily="18" charset="0"/>
              </a:rPr>
              <a:t>IEEE Access</a:t>
            </a:r>
            <a:r>
              <a:rPr lang="en-IN" sz="3600" dirty="0">
                <a:latin typeface="Times New Roman" panose="02020603050405020304" pitchFamily="18" charset="0"/>
                <a:cs typeface="Times New Roman" panose="02020603050405020304" pitchFamily="18" charset="0"/>
              </a:rPr>
              <a:t>, vol. 13, pp. 119292–119299, July 2025.</a:t>
            </a:r>
          </a:p>
          <a:p>
            <a:pPr algn="just"/>
            <a:r>
              <a:rPr lang="en-IN" sz="3600" dirty="0">
                <a:latin typeface="Times New Roman" panose="02020603050405020304" pitchFamily="18" charset="0"/>
                <a:cs typeface="Times New Roman" panose="02020603050405020304" pitchFamily="18" charset="0"/>
              </a:rPr>
              <a:t>[3] Dr. Deepika Soni, Dr. </a:t>
            </a:r>
            <a:r>
              <a:rPr lang="en-IN" sz="3600" dirty="0" err="1">
                <a:latin typeface="Times New Roman" panose="02020603050405020304" pitchFamily="18" charset="0"/>
                <a:cs typeface="Times New Roman" panose="02020603050405020304" pitchFamily="18" charset="0"/>
              </a:rPr>
              <a:t>Awanit</a:t>
            </a:r>
            <a:r>
              <a:rPr lang="en-IN" sz="3600" dirty="0">
                <a:latin typeface="Times New Roman" panose="02020603050405020304" pitchFamily="18" charset="0"/>
                <a:cs typeface="Times New Roman" panose="02020603050405020304" pitchFamily="18" charset="0"/>
              </a:rPr>
              <a:t> Kumar, Dr. Vikas Somani, and Dr. </a:t>
            </a:r>
            <a:r>
              <a:rPr lang="en-IN" sz="3600" dirty="0" err="1">
                <a:latin typeface="Times New Roman" panose="02020603050405020304" pitchFamily="18" charset="0"/>
                <a:cs typeface="Times New Roman" panose="02020603050405020304" pitchFamily="18" charset="0"/>
              </a:rPr>
              <a:t>Sheshang</a:t>
            </a:r>
            <a:r>
              <a:rPr lang="en-IN" sz="3600" dirty="0">
                <a:latin typeface="Times New Roman" panose="02020603050405020304" pitchFamily="18" charset="0"/>
                <a:cs typeface="Times New Roman" panose="02020603050405020304" pitchFamily="18" charset="0"/>
              </a:rPr>
              <a:t> </a:t>
            </a:r>
            <a:r>
              <a:rPr lang="en-IN" sz="3600" dirty="0" err="1">
                <a:latin typeface="Times New Roman" panose="02020603050405020304" pitchFamily="18" charset="0"/>
                <a:cs typeface="Times New Roman" panose="02020603050405020304" pitchFamily="18" charset="0"/>
              </a:rPr>
              <a:t>Degadwala</a:t>
            </a:r>
            <a:r>
              <a:rPr lang="en-IN" sz="3600" dirty="0">
                <a:latin typeface="Times New Roman" panose="02020603050405020304" pitchFamily="18" charset="0"/>
                <a:cs typeface="Times New Roman" panose="02020603050405020304" pitchFamily="18" charset="0"/>
              </a:rPr>
              <a:t>, “Veterinary Medical Records Application using AWS,” </a:t>
            </a:r>
            <a:r>
              <a:rPr lang="en-IN" sz="3600" i="1" dirty="0">
                <a:latin typeface="Times New Roman" panose="02020603050405020304" pitchFamily="18" charset="0"/>
                <a:cs typeface="Times New Roman" panose="02020603050405020304" pitchFamily="18" charset="0"/>
              </a:rPr>
              <a:t>5th International Conference on Mobile Computing and Sustainable Informatics (ICMCSI)</a:t>
            </a:r>
            <a:r>
              <a:rPr lang="en-IN" sz="3600" dirty="0">
                <a:latin typeface="Times New Roman" panose="02020603050405020304" pitchFamily="18" charset="0"/>
                <a:cs typeface="Times New Roman" panose="02020603050405020304" pitchFamily="18" charset="0"/>
              </a:rPr>
              <a:t>, pp. 578–583, Feb. 2024.</a:t>
            </a:r>
          </a:p>
          <a:p>
            <a:pPr algn="just"/>
            <a:endParaRPr lang="en-IN" sz="3600" dirty="0">
              <a:latin typeface="Times New Roman" panose="02020603050405020304" pitchFamily="18" charset="0"/>
              <a:cs typeface="Times New Roman" panose="02020603050405020304" pitchFamily="18" charset="0"/>
            </a:endParaRPr>
          </a:p>
          <a:p>
            <a:pPr algn="just"/>
            <a:endParaRPr lang="en-IN" sz="3600" kern="0" dirty="0">
              <a:latin typeface="Times New Roman" panose="02020603050405020304" pitchFamily="18" charset="0"/>
              <a:cs typeface="Times New Roman" panose="02020603050405020304" pitchFamily="18" charset="0"/>
            </a:endParaRPr>
          </a:p>
          <a:p>
            <a:pPr algn="just"/>
            <a:endParaRPr lang="en-IN" sz="3600" kern="0" dirty="0">
              <a:latin typeface="Times New Roman" panose="02020603050405020304" pitchFamily="18" charset="0"/>
              <a:cs typeface="Times New Roman" panose="02020603050405020304" pitchFamily="18" charset="0"/>
            </a:endParaRPr>
          </a:p>
          <a:p>
            <a:pPr algn="just"/>
            <a:endParaRPr lang="en-IN" altLang="en-US" sz="3600" dirty="0">
              <a:latin typeface="Times New Roman" panose="02020603050405020304" pitchFamily="18" charset="0"/>
              <a:sym typeface="+mn-ea"/>
            </a:endParaRPr>
          </a:p>
          <a:p>
            <a:pPr algn="just"/>
            <a:endParaRPr lang="en-IN" altLang="en-US" sz="3600" dirty="0">
              <a:solidFill>
                <a:schemeClr val="accent6">
                  <a:lumMod val="75000"/>
                </a:schemeClr>
              </a:solidFill>
              <a:latin typeface="Times New Roman" panose="02020603050405020304" pitchFamily="18" charset="0"/>
              <a:cs typeface="Times New Roman" panose="02020603050405020304" pitchFamily="18" charset="0"/>
            </a:endParaRPr>
          </a:p>
          <a:p>
            <a:pPr algn="just"/>
            <a:endParaRPr lang="en-IN" altLang="en-US" sz="3600" dirty="0">
              <a:solidFill>
                <a:schemeClr val="accent6">
                  <a:lumMod val="75000"/>
                </a:schemeClr>
              </a:solidFill>
              <a:latin typeface="Times New Roman" panose="02020603050405020304" pitchFamily="18" charset="0"/>
              <a:cs typeface="Times New Roman" panose="02020603050405020304" pitchFamily="18" charset="0"/>
            </a:endParaRPr>
          </a:p>
        </p:txBody>
      </p:sp>
      <p:sp>
        <p:nvSpPr>
          <p:cNvPr id="4" name="Rectangle 5"/>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031" name="Rectangle 7"/>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033" name="Rectangle 9"/>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8" name="Rectangle 13"/>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2" name="Rectangle 17"/>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042" name="Rectangle 18"/>
          <p:cNvSpPr>
            <a:spLocks noChangeArrowheads="1"/>
          </p:cNvSpPr>
          <p:nvPr/>
        </p:nvSpPr>
        <p:spPr bwMode="auto">
          <a:xfrm>
            <a:off x="0" y="40005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044" name="Rectangle 20"/>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045" name="Rectangle 21"/>
          <p:cNvSpPr>
            <a:spLocks noChangeArrowheads="1"/>
          </p:cNvSpPr>
          <p:nvPr/>
        </p:nvSpPr>
        <p:spPr bwMode="auto">
          <a:xfrm>
            <a:off x="0" y="40005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64" name="Text Box 10"/>
          <p:cNvSpPr txBox="1">
            <a:spLocks noChangeArrowheads="1"/>
          </p:cNvSpPr>
          <p:nvPr/>
        </p:nvSpPr>
        <p:spPr bwMode="auto">
          <a:xfrm>
            <a:off x="11555095" y="7754949"/>
            <a:ext cx="9983470" cy="3139321"/>
          </a:xfrm>
          <a:prstGeom prst="rect">
            <a:avLst/>
          </a:prstGeom>
          <a:noFill/>
          <a:ln w="9525">
            <a:noFill/>
            <a:miter lim="800000"/>
          </a:ln>
          <a:effectLst/>
        </p:spPr>
        <p:txBody>
          <a:bodyPr wrap="square">
            <a:spAutoFit/>
            <a:scene3d>
              <a:camera prst="orthographicFront"/>
              <a:lightRig rig="threePt" dir="t"/>
            </a:scene3d>
          </a:bodyPr>
          <a:lstStyle/>
          <a:p>
            <a:pPr algn="ctr"/>
            <a:r>
              <a:rPr lang="en-IN" altLang="en-US" sz="6600" b="1" dirty="0">
                <a:solidFill>
                  <a:schemeClr val="accent5">
                    <a:lumMod val="75000"/>
                  </a:schemeClr>
                </a:solidFill>
                <a:effectLst>
                  <a:outerShdw blurRad="38100" dist="19050" dir="2700000" algn="tl" rotWithShape="0">
                    <a:schemeClr val="dk1">
                      <a:alpha val="40000"/>
                    </a:schemeClr>
                  </a:outerShdw>
                </a:effectLst>
                <a:sym typeface="+mn-ea"/>
              </a:rPr>
              <a:t>PROPOSED METHOD/STRUCTURE/BLOCK DIAGRAM</a:t>
            </a:r>
          </a:p>
        </p:txBody>
      </p:sp>
      <p:sp>
        <p:nvSpPr>
          <p:cNvPr id="49" name="TextBox 48"/>
          <p:cNvSpPr txBox="1"/>
          <p:nvPr/>
        </p:nvSpPr>
        <p:spPr>
          <a:xfrm>
            <a:off x="22137795" y="20995041"/>
            <a:ext cx="10129586" cy="5632311"/>
          </a:xfrm>
          <a:prstGeom prst="rect">
            <a:avLst/>
          </a:prstGeom>
          <a:noFill/>
        </p:spPr>
        <p:txBody>
          <a:bodyPr wrap="square" rtlCol="0">
            <a:spAutoFit/>
          </a:bodyPr>
          <a:lstStyle/>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AI-driven decision support system significantly advances veterinary management by unifying records, analysis, and recommendations in one platform. </a:t>
            </a:r>
          </a:p>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Addresses critical research and operational gaps, supporting more proactive, precise, and efficient animal healthcare.</a:t>
            </a:r>
          </a:p>
          <a:p>
            <a:pPr marL="457200" indent="-4572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 Paves the way for smarter, scalable, and personalized veterinary services especially useful in rural and resource-constrained settings.</a:t>
            </a:r>
          </a:p>
        </p:txBody>
      </p:sp>
      <p:sp>
        <p:nvSpPr>
          <p:cNvPr id="52" name="TextBox 51"/>
          <p:cNvSpPr txBox="1"/>
          <p:nvPr/>
        </p:nvSpPr>
        <p:spPr>
          <a:xfrm>
            <a:off x="318182" y="35354835"/>
            <a:ext cx="10410825" cy="6093976"/>
          </a:xfrm>
          <a:prstGeom prst="rect">
            <a:avLst/>
          </a:prstGeom>
          <a:noFill/>
        </p:spPr>
        <p:txBody>
          <a:bodyPr wrap="square" rtlCol="0">
            <a:spAutoFit/>
          </a:bodyPr>
          <a:lstStyle/>
          <a:p>
            <a:pPr algn="ctr"/>
            <a:r>
              <a:rPr lang="en-IN" altLang="en-US" sz="6600" b="1" dirty="0">
                <a:solidFill>
                  <a:schemeClr val="accent5">
                    <a:lumMod val="75000"/>
                  </a:schemeClr>
                </a:solidFill>
                <a:cs typeface="Arial" panose="020B0604020202020204" pitchFamily="34" charset="0"/>
                <a:sym typeface="+mn-ea"/>
              </a:rPr>
              <a:t>METHODOLOGY</a:t>
            </a:r>
            <a:endParaRPr lang="en-US" sz="3600" dirty="0">
              <a:latin typeface="Times New Roman" panose="02020603050405020304" pitchFamily="18" charset="0"/>
              <a:cs typeface="Times New Roman" panose="02020603050405020304" pitchFamily="18" charset="0"/>
              <a:sym typeface="+mn-ea"/>
            </a:endParaRPr>
          </a:p>
          <a:p>
            <a:pPr marL="571500" indent="-571500" algn="just">
              <a:buFont typeface="Arial" panose="020B0604020202020204" pitchFamily="34" charset="0"/>
              <a:buChar char="•"/>
            </a:pPr>
            <a:r>
              <a:rPr lang="en-US" sz="3600" dirty="0">
                <a:latin typeface="Times New Roman" panose="02020603050405020304" pitchFamily="18" charset="0"/>
                <a:cs typeface="Times New Roman" panose="02020603050405020304" pitchFamily="18" charset="0"/>
              </a:rPr>
              <a:t>The system is designed for veterinary doctors as primary users, supported by an AI assistant that helps during diagnosis. A structured setup maintains animal details and health histories, with modules for doctor login, unique animal IDs with QR codes, and complete health records. Rule-based AI suggests likely diseases and sends real-time notifications about doctor availability, clinic updates, vaccination reminders, and other important alerts.</a:t>
            </a:r>
          </a:p>
        </p:txBody>
      </p:sp>
      <p:sp>
        <p:nvSpPr>
          <p:cNvPr id="1037" name="Rectangle 13"/>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039" name="Rectangle 15"/>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sp>
        <p:nvSpPr>
          <p:cNvPr id="1041" name="Rectangle 17"/>
          <p:cNvSpPr>
            <a:spLocks noChangeArrowheads="1"/>
          </p:cNvSpPr>
          <p:nvPr/>
        </p:nvSpPr>
        <p:spPr bwMode="auto">
          <a:xfrm>
            <a:off x="0" y="0"/>
            <a:ext cx="32918400" cy="0"/>
          </a:xfrm>
          <a:prstGeom prst="rect">
            <a:avLst/>
          </a:prstGeom>
          <a:noFill/>
          <a:ln w="9525">
            <a:noFill/>
            <a:miter lim="800000"/>
          </a:ln>
          <a:effectLst/>
        </p:spPr>
        <p:txBody>
          <a:bodyPr vert="horz" wrap="none" lIns="91440" tIns="45720" rIns="91440" bIns="45720" numCol="1" anchor="ctr" anchorCtr="0" compatLnSpc="1">
            <a:spAutoFit/>
          </a:bodyPr>
          <a:lstStyle/>
          <a:p>
            <a:endParaRPr lang="en-US"/>
          </a:p>
        </p:txBody>
      </p:sp>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3759" t="2523" r="1777" b="8506"/>
          <a:stretch>
            <a:fillRect/>
          </a:stretch>
        </p:blipFill>
        <p:spPr bwMode="auto">
          <a:xfrm>
            <a:off x="687951" y="14550886"/>
            <a:ext cx="10041056" cy="48991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5" name="Text Box 24"/>
          <p:cNvSpPr txBox="1"/>
          <p:nvPr/>
        </p:nvSpPr>
        <p:spPr>
          <a:xfrm>
            <a:off x="-10995660" y="38124824"/>
            <a:ext cx="10322878" cy="1200329"/>
          </a:xfrm>
          <a:prstGeom prst="rect">
            <a:avLst/>
          </a:prstGeom>
          <a:noFill/>
        </p:spPr>
        <p:txBody>
          <a:bodyPr wrap="square" rtlCol="0">
            <a:spAutoFit/>
          </a:bodyPr>
          <a:lstStyle/>
          <a:p>
            <a:pPr indent="0" algn="just">
              <a:buClr>
                <a:srgbClr val="1A1A14"/>
              </a:buClr>
              <a:buFont typeface="Wingdings" panose="05000000000000000000" charset="0"/>
              <a:buNone/>
            </a:pPr>
            <a:endParaRPr lang="en-US" sz="3600" dirty="0">
              <a:latin typeface="Times New Roman" panose="02020603050405020304" pitchFamily="18" charset="0"/>
              <a:cs typeface="Times New Roman" panose="02020603050405020304" pitchFamily="18" charset="0"/>
              <a:sym typeface="+mn-ea"/>
            </a:endParaRPr>
          </a:p>
          <a:p>
            <a:pPr indent="0" algn="just">
              <a:buClr>
                <a:srgbClr val="1A1A14"/>
              </a:buClr>
              <a:buFont typeface="Wingdings" panose="05000000000000000000" charset="0"/>
              <a:buNone/>
            </a:pPr>
            <a:endParaRPr lang="en-US" sz="3600" dirty="0">
              <a:latin typeface="Times New Roman" panose="02020603050405020304" pitchFamily="18" charset="0"/>
              <a:cs typeface="Times New Roman" panose="02020603050405020304" pitchFamily="18" charset="0"/>
              <a:sym typeface="+mn-ea"/>
            </a:endParaRPr>
          </a:p>
        </p:txBody>
      </p:sp>
      <p:pic>
        <p:nvPicPr>
          <p:cNvPr id="10" name="Picture 9" descr="_20180131_205456"/>
          <p:cNvPicPr>
            <a:picLocks noChangeAspect="1"/>
          </p:cNvPicPr>
          <p:nvPr/>
        </p:nvPicPr>
        <p:blipFill>
          <a:blip r:embed="rId4">
            <a:clrChange>
              <a:clrFrom>
                <a:srgbClr val="FEFEFE"/>
              </a:clrFrom>
              <a:clrTo>
                <a:srgbClr val="FEFEFE">
                  <a:alpha val="0"/>
                </a:srgbClr>
              </a:clrTo>
            </a:clrChange>
          </a:blip>
          <a:stretch>
            <a:fillRect/>
          </a:stretch>
        </p:blipFill>
        <p:spPr>
          <a:xfrm>
            <a:off x="27406325" y="2317139"/>
            <a:ext cx="3835082" cy="4456155"/>
          </a:xfrm>
          <a:prstGeom prst="rect">
            <a:avLst/>
          </a:prstGeom>
        </p:spPr>
      </p:pic>
      <p:pic>
        <p:nvPicPr>
          <p:cNvPr id="55" name="Picture 262" descr="C:\Users\ECERND\Downloads\COLLEGE LOGO 2017.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a:xfrm>
            <a:off x="1027586" y="2717611"/>
            <a:ext cx="3803182" cy="3814144"/>
          </a:xfrm>
          <a:prstGeom prst="rect">
            <a:avLst/>
          </a:prstGeom>
          <a:noFill/>
        </p:spPr>
      </p:pic>
      <p:sp>
        <p:nvSpPr>
          <p:cNvPr id="11" name="Text Box 10"/>
          <p:cNvSpPr txBox="1"/>
          <p:nvPr/>
        </p:nvSpPr>
        <p:spPr>
          <a:xfrm>
            <a:off x="416967" y="28139022"/>
            <a:ext cx="10351770" cy="6093976"/>
          </a:xfrm>
          <a:prstGeom prst="rect">
            <a:avLst/>
          </a:prstGeom>
          <a:noFill/>
        </p:spPr>
        <p:txBody>
          <a:bodyPr wrap="square" rtlCol="0">
            <a:spAutoFit/>
          </a:bodyPr>
          <a:lstStyle/>
          <a:p>
            <a:pPr algn="ctr"/>
            <a:r>
              <a:rPr lang="en-IN" altLang="en-US" sz="6600" b="1" dirty="0">
                <a:solidFill>
                  <a:schemeClr val="accent5">
                    <a:lumMod val="75000"/>
                  </a:schemeClr>
                </a:solidFill>
                <a:cs typeface="Arial" panose="020B0604020202020204" pitchFamily="34" charset="0"/>
                <a:sym typeface="+mn-ea"/>
              </a:rPr>
              <a:t>OBJECTIVES</a:t>
            </a:r>
          </a:p>
          <a:p>
            <a:pPr marL="342900" indent="-342900" algn="just">
              <a:spcAft>
                <a:spcPts val="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1. Digitize and centralize animal health records for easy access and update.</a:t>
            </a:r>
          </a:p>
          <a:p>
            <a:pPr marL="342900" indent="-342900" algn="just">
              <a:spcAft>
                <a:spcPts val="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2.  Integrate AI to analyze symptoms and suggest possible diagnoses or actions. Provide veterinarians with visualization tools, alerts, and intelligent recommendations.</a:t>
            </a:r>
          </a:p>
          <a:p>
            <a:pPr marL="342900" indent="-342900" algn="just">
              <a:spcAft>
                <a:spcPts val="0"/>
              </a:spcAft>
              <a:buFont typeface="Wingdings" panose="05000000000000000000" pitchFamily="2" charset="2"/>
              <a:buChar char="Ø"/>
            </a:pPr>
            <a:r>
              <a:rPr lang="en-US" sz="3600" dirty="0">
                <a:latin typeface="Times New Roman" panose="02020603050405020304" pitchFamily="18" charset="0"/>
                <a:cs typeface="Times New Roman" panose="02020603050405020304" pitchFamily="18" charset="0"/>
              </a:rPr>
              <a:t>3.  Enable features like vaccination tracking, health status prediction, mark for special care and automated PDF reporting.</a:t>
            </a:r>
            <a:endParaRPr lang="en-IN" sz="3600" kern="0" dirty="0">
              <a:latin typeface="Times New Roman" panose="02020603050405020304" pitchFamily="18" charset="0"/>
              <a:ea typeface="Cambria" panose="02040503050406030204" pitchFamily="18" charset="0"/>
              <a:cs typeface="Times New Roman" panose="02020603050405020304" pitchFamily="18" charset="0"/>
              <a:sym typeface="Wingdings" panose="05000000000000000000" pitchFamily="2" charset="2"/>
            </a:endParaRPr>
          </a:p>
        </p:txBody>
      </p:sp>
      <p:sp>
        <p:nvSpPr>
          <p:cNvPr id="13" name="Text Box 12"/>
          <p:cNvSpPr txBox="1"/>
          <p:nvPr/>
        </p:nvSpPr>
        <p:spPr>
          <a:xfrm>
            <a:off x="11691620" y="17945100"/>
            <a:ext cx="9759272" cy="5632311"/>
          </a:xfrm>
          <a:prstGeom prst="rect">
            <a:avLst/>
          </a:prstGeom>
          <a:noFill/>
        </p:spPr>
        <p:txBody>
          <a:bodyPr wrap="square" rtlCol="0">
            <a:spAutoFit/>
          </a:bodyPr>
          <a:lstStyle/>
          <a:p>
            <a:pPr algn="just"/>
            <a:endParaRPr lang="en-US" sz="3600" dirty="0">
              <a:latin typeface="Times New Roman" panose="02020603050405020304" pitchFamily="18" charset="0"/>
              <a:cs typeface="Times New Roman" panose="02020603050405020304" pitchFamily="18" charset="0"/>
              <a:sym typeface="+mn-ea"/>
            </a:endParaRPr>
          </a:p>
          <a:p>
            <a:pPr algn="just"/>
            <a:r>
              <a:rPr lang="en-US" sz="3600" dirty="0">
                <a:latin typeface="Times New Roman" panose="02020603050405020304" pitchFamily="18" charset="0"/>
                <a:cs typeface="Times New Roman" panose="02020603050405020304" pitchFamily="18" charset="0"/>
                <a:sym typeface="+mn-ea"/>
              </a:rPr>
              <a:t>1. Data Collection: Centralized database for animal health records, including symptoms, vaccinations, vital signs.</a:t>
            </a:r>
          </a:p>
          <a:p>
            <a:pPr algn="just"/>
            <a:r>
              <a:rPr lang="en-US" sz="3600" dirty="0">
                <a:latin typeface="Times New Roman" panose="02020603050405020304" pitchFamily="18" charset="0"/>
                <a:cs typeface="Times New Roman" panose="02020603050405020304" pitchFamily="18" charset="0"/>
                <a:sym typeface="+mn-ea"/>
              </a:rPr>
              <a:t>2. AI Modeling: Machine learning algorithms(RF) process symptoms to predict health risks and suggest care or diagnosis paths.</a:t>
            </a:r>
          </a:p>
          <a:p>
            <a:pPr algn="just"/>
            <a:r>
              <a:rPr lang="en-US" sz="3600" dirty="0">
                <a:latin typeface="Times New Roman" panose="02020603050405020304" pitchFamily="18" charset="0"/>
                <a:cs typeface="Times New Roman" panose="02020603050405020304" pitchFamily="18" charset="0"/>
                <a:sym typeface="+mn-ea"/>
              </a:rPr>
              <a:t> 3. User Interface: Web application for data input (animal ID, symptoms, vitals), viewing health history, and updating records.</a:t>
            </a:r>
          </a:p>
        </p:txBody>
      </p:sp>
      <p:pic>
        <p:nvPicPr>
          <p:cNvPr id="15" name="Picture 14"/>
          <p:cNvPicPr>
            <a:picLocks noChangeAspect="1"/>
          </p:cNvPicPr>
          <p:nvPr/>
        </p:nvPicPr>
        <p:blipFill>
          <a:blip r:embed="rId6">
            <a:extLst>
              <a:ext uri="{28A0092B-C50C-407E-A947-70E740481C1C}">
                <a14:useLocalDpi xmlns:a14="http://schemas.microsoft.com/office/drawing/2010/main" val="0"/>
              </a:ext>
            </a:extLst>
          </a:blip>
          <a:srcRect/>
          <a:stretch/>
        </p:blipFill>
        <p:spPr>
          <a:xfrm>
            <a:off x="12395725" y="26149876"/>
            <a:ext cx="8613357" cy="4575845"/>
          </a:xfrm>
          <a:prstGeom prst="rect">
            <a:avLst/>
          </a:prstGeom>
        </p:spPr>
      </p:pic>
      <p:sp>
        <p:nvSpPr>
          <p:cNvPr id="20" name="Text Box 19"/>
          <p:cNvSpPr txBox="1"/>
          <p:nvPr/>
        </p:nvSpPr>
        <p:spPr>
          <a:xfrm>
            <a:off x="12258008" y="30684429"/>
            <a:ext cx="8506974" cy="646331"/>
          </a:xfrm>
          <a:prstGeom prst="rect">
            <a:avLst/>
          </a:prstGeom>
          <a:noFill/>
        </p:spPr>
        <p:txBody>
          <a:bodyPr wrap="square" rtlCol="0">
            <a:spAutoFit/>
          </a:bodyPr>
          <a:lstStyle/>
          <a:p>
            <a:pPr algn="ctr"/>
            <a:r>
              <a:rPr lang="en-IN" altLang="en-US" sz="3600" dirty="0">
                <a:latin typeface="Times New Roman" panose="02020603050405020304" pitchFamily="18" charset="0"/>
              </a:rPr>
              <a:t>Figure 3: AI-Chatbot predicting the disease</a:t>
            </a:r>
          </a:p>
        </p:txBody>
      </p:sp>
      <p:pic>
        <p:nvPicPr>
          <p:cNvPr id="27" name="Picture 26"/>
          <p:cNvPicPr>
            <a:picLocks noChangeAspect="1"/>
          </p:cNvPicPr>
          <p:nvPr/>
        </p:nvPicPr>
        <p:blipFill>
          <a:blip r:embed="rId7">
            <a:extLst>
              <a:ext uri="{28A0092B-C50C-407E-A947-70E740481C1C}">
                <a14:useLocalDpi xmlns:a14="http://schemas.microsoft.com/office/drawing/2010/main" val="0"/>
              </a:ext>
            </a:extLst>
          </a:blip>
          <a:srcRect l="7998" t="11712" r="51366" b="23393"/>
          <a:stretch>
            <a:fillRect/>
          </a:stretch>
        </p:blipFill>
        <p:spPr>
          <a:xfrm>
            <a:off x="12395724" y="35661601"/>
            <a:ext cx="8112749" cy="4998966"/>
          </a:xfrm>
          <a:prstGeom prst="rect">
            <a:avLst/>
          </a:prstGeom>
        </p:spPr>
      </p:pic>
      <p:sp>
        <p:nvSpPr>
          <p:cNvPr id="60" name="Text Box 12"/>
          <p:cNvSpPr txBox="1"/>
          <p:nvPr/>
        </p:nvSpPr>
        <p:spPr>
          <a:xfrm>
            <a:off x="11740557" y="31340993"/>
            <a:ext cx="9710420" cy="3416320"/>
          </a:xfrm>
          <a:prstGeom prst="rect">
            <a:avLst/>
          </a:prstGeom>
          <a:noFill/>
        </p:spPr>
        <p:txBody>
          <a:bodyPr wrap="square" rtlCol="0">
            <a:spAutoFit/>
          </a:bodyPr>
          <a:lstStyle/>
          <a:p>
            <a:pPr algn="just"/>
            <a:endParaRPr lang="en-US" sz="3600" dirty="0">
              <a:latin typeface="Times New Roman" panose="02020603050405020304" pitchFamily="18" charset="0"/>
              <a:cs typeface="Times New Roman" panose="02020603050405020304" pitchFamily="18" charset="0"/>
            </a:endParaRPr>
          </a:p>
          <a:p>
            <a:pPr algn="just"/>
            <a:r>
              <a:rPr lang="en-US" sz="3600" dirty="0">
                <a:latin typeface="Times New Roman" panose="02020603050405020304" pitchFamily="18" charset="0"/>
                <a:cs typeface="Times New Roman" panose="02020603050405020304" pitchFamily="18" charset="0"/>
              </a:rPr>
              <a:t>1. Using The AI-Chatbot trained on 200+ clinical cases analyzes symptoms to give precise disease predictions with confidence levels.</a:t>
            </a:r>
          </a:p>
          <a:p>
            <a:pPr algn="just"/>
            <a:r>
              <a:rPr lang="en-US" sz="3600" dirty="0">
                <a:latin typeface="Times New Roman" panose="02020603050405020304" pitchFamily="18" charset="0"/>
                <a:cs typeface="Times New Roman" panose="02020603050405020304" pitchFamily="18" charset="0"/>
              </a:rPr>
              <a:t>2. It helps veterinarians quickly assess possible conditions and supports faster diagnostic decisions.</a:t>
            </a:r>
          </a:p>
        </p:txBody>
      </p:sp>
      <p:sp>
        <p:nvSpPr>
          <p:cNvPr id="61" name="Text Box 19"/>
          <p:cNvSpPr txBox="1"/>
          <p:nvPr/>
        </p:nvSpPr>
        <p:spPr>
          <a:xfrm>
            <a:off x="11691620" y="41154070"/>
            <a:ext cx="10021569" cy="646331"/>
          </a:xfrm>
          <a:prstGeom prst="rect">
            <a:avLst/>
          </a:prstGeom>
          <a:noFill/>
        </p:spPr>
        <p:txBody>
          <a:bodyPr wrap="square" rtlCol="0">
            <a:spAutoFit/>
          </a:bodyPr>
          <a:lstStyle/>
          <a:p>
            <a:pPr algn="ctr"/>
            <a:r>
              <a:rPr lang="en-IN" altLang="en-US" sz="3600" dirty="0">
                <a:latin typeface="Times New Roman" panose="02020603050405020304" pitchFamily="18" charset="0"/>
              </a:rPr>
              <a:t>Figure 4: accuracy of finding exact disease</a:t>
            </a:r>
          </a:p>
        </p:txBody>
      </p:sp>
      <p:sp>
        <p:nvSpPr>
          <p:cNvPr id="53" name="Text Box 11"/>
          <p:cNvSpPr txBox="1">
            <a:spLocks noChangeArrowheads="1"/>
          </p:cNvSpPr>
          <p:nvPr/>
        </p:nvSpPr>
        <p:spPr bwMode="auto">
          <a:xfrm>
            <a:off x="21831992" y="27342177"/>
            <a:ext cx="10741192" cy="923330"/>
          </a:xfrm>
          <a:prstGeom prst="rect">
            <a:avLst/>
          </a:prstGeom>
          <a:noFill/>
          <a:ln w="9525">
            <a:noFill/>
            <a:miter lim="800000"/>
          </a:ln>
          <a:effectLst/>
        </p:spPr>
        <p:txBody>
          <a:bodyPr wrap="square">
            <a:spAutoFit/>
          </a:bodyPr>
          <a:lstStyle/>
          <a:p>
            <a:pPr defTabSz="4389120">
              <a:spcBef>
                <a:spcPct val="50000"/>
              </a:spcBef>
            </a:pPr>
            <a:r>
              <a:rPr lang="en-IN" altLang="en-US" sz="5400" b="1" dirty="0">
                <a:solidFill>
                  <a:schemeClr val="accent5">
                    <a:lumMod val="75000"/>
                  </a:schemeClr>
                </a:solidFill>
                <a:effectLst>
                  <a:outerShdw blurRad="38100" dist="19050" dir="2700000" algn="tl" rotWithShape="0">
                    <a:schemeClr val="dk1">
                      <a:alpha val="40000"/>
                    </a:schemeClr>
                  </a:outerShdw>
                </a:effectLst>
                <a:sym typeface="+mn-ea"/>
              </a:rPr>
              <a:t>PAPER PUBLICATION DETAILS</a:t>
            </a:r>
            <a:endParaRPr lang="en-US" sz="5400" b="1" dirty="0">
              <a:solidFill>
                <a:srgbClr val="003064"/>
              </a:solidFill>
            </a:endParaRPr>
          </a:p>
        </p:txBody>
      </p:sp>
      <p:sp>
        <p:nvSpPr>
          <p:cNvPr id="54" name="TextBox 53"/>
          <p:cNvSpPr txBox="1"/>
          <p:nvPr/>
        </p:nvSpPr>
        <p:spPr>
          <a:xfrm>
            <a:off x="22245084" y="28695379"/>
            <a:ext cx="10163810" cy="4031873"/>
          </a:xfrm>
          <a:prstGeom prst="rect">
            <a:avLst/>
          </a:prstGeom>
          <a:noFill/>
        </p:spPr>
        <p:txBody>
          <a:bodyPr wrap="square" rtlCol="0">
            <a:spAutoFit/>
          </a:bodyPr>
          <a:lstStyle/>
          <a:p>
            <a:pPr algn="just"/>
            <a:r>
              <a:rPr lang="en-US" sz="4000" b="1" dirty="0">
                <a:solidFill>
                  <a:schemeClr val="accent6">
                    <a:lumMod val="75000"/>
                  </a:schemeClr>
                </a:solidFill>
                <a:latin typeface="Times New Roman" panose="02020603050405020304" pitchFamily="18" charset="0"/>
                <a:cs typeface="Times New Roman" panose="02020603050405020304" pitchFamily="18" charset="0"/>
              </a:rPr>
              <a:t>CONFERENCE NAME: </a:t>
            </a:r>
          </a:p>
          <a:p>
            <a:pPr algn="just"/>
            <a:r>
              <a:rPr lang="en-US" altLang="en-US" sz="3600" dirty="0">
                <a:latin typeface="Times New Roman" panose="02020603050405020304" pitchFamily="18" charset="0"/>
                <a:cs typeface="Times New Roman" panose="02020603050405020304" pitchFamily="18" charset="0"/>
                <a:sym typeface="+mn-ea"/>
              </a:rPr>
              <a:t>The project has resulted in a draft patent application that is currently under the process of preparation and approval. The patent details have been discussed and reviewed with our project guide, and the application is being finalized for official submission to the Patent Office.</a:t>
            </a:r>
          </a:p>
        </p:txBody>
      </p:sp>
      <p:sp>
        <p:nvSpPr>
          <p:cNvPr id="57" name="TextBox 56"/>
          <p:cNvSpPr txBox="1"/>
          <p:nvPr/>
        </p:nvSpPr>
        <p:spPr>
          <a:xfrm>
            <a:off x="5168164" y="4987686"/>
            <a:ext cx="21725887" cy="2123658"/>
          </a:xfrm>
          <a:prstGeom prst="rect">
            <a:avLst/>
          </a:prstGeom>
          <a:solidFill>
            <a:srgbClr val="FFFF99"/>
          </a:solidFill>
        </p:spPr>
        <p:txBody>
          <a:bodyPr wrap="square" rtlCol="0">
            <a:spAutoFit/>
          </a:bodyPr>
          <a:lstStyle/>
          <a:p>
            <a:r>
              <a:rPr lang="en-IN" sz="6600" b="1" dirty="0">
                <a:latin typeface="Times New Roman" panose="02020603050405020304" pitchFamily="18" charset="0"/>
                <a:cs typeface="Times New Roman" panose="02020603050405020304" pitchFamily="18" charset="0"/>
              </a:rPr>
              <a:t>TECHSPARDHA - PROJECT EXHIBITION-2K25</a:t>
            </a:r>
          </a:p>
          <a:p>
            <a:r>
              <a:rPr lang="en-US" sz="6600" b="1" dirty="0">
                <a:latin typeface="Times New Roman" panose="02020603050405020304" pitchFamily="18" charset="0"/>
                <a:cs typeface="Times New Roman" panose="02020603050405020304" pitchFamily="18" charset="0"/>
              </a:rPr>
              <a:t>YUKTI Innovation ID:IR2025-1004527</a:t>
            </a:r>
            <a:endParaRPr lang="en-IN" sz="6600" b="1" dirty="0">
              <a:latin typeface="Times New Roman" panose="02020603050405020304" pitchFamily="18" charset="0"/>
              <a:cs typeface="Times New Roman" panose="02020603050405020304" pitchFamily="18" charset="0"/>
            </a:endParaRPr>
          </a:p>
        </p:txBody>
      </p:sp>
      <p:sp>
        <p:nvSpPr>
          <p:cNvPr id="51" name="Text Box 10"/>
          <p:cNvSpPr txBox="1"/>
          <p:nvPr/>
        </p:nvSpPr>
        <p:spPr>
          <a:xfrm>
            <a:off x="580304" y="21299491"/>
            <a:ext cx="10351770" cy="5539978"/>
          </a:xfrm>
          <a:prstGeom prst="rect">
            <a:avLst/>
          </a:prstGeom>
          <a:noFill/>
        </p:spPr>
        <p:txBody>
          <a:bodyPr wrap="square" rtlCol="0">
            <a:spAutoFit/>
          </a:bodyPr>
          <a:lstStyle/>
          <a:p>
            <a:pPr algn="ctr"/>
            <a:r>
              <a:rPr lang="en-IN" altLang="en-US" sz="6600" b="1" dirty="0">
                <a:solidFill>
                  <a:schemeClr val="accent5">
                    <a:lumMod val="75000"/>
                  </a:schemeClr>
                </a:solidFill>
                <a:cs typeface="Arial" panose="020B0604020202020204" pitchFamily="34" charset="0"/>
                <a:sym typeface="+mn-ea"/>
              </a:rPr>
              <a:t>RESEARCH GAP</a:t>
            </a:r>
          </a:p>
          <a:p>
            <a:pPr marL="742950" indent="-742950" algn="just">
              <a:buFont typeface="+mj-lt"/>
              <a:buAutoNum type="arabicPeriod"/>
            </a:pPr>
            <a:r>
              <a:rPr lang="en-US" sz="3600" dirty="0">
                <a:solidFill>
                  <a:schemeClr val="accent3">
                    <a:lumMod val="10000"/>
                  </a:schemeClr>
                </a:solidFill>
                <a:latin typeface="Times New Roman" panose="02020603050405020304" pitchFamily="18" charset="0"/>
                <a:cs typeface="Times New Roman" panose="02020603050405020304" pitchFamily="18" charset="0"/>
                <a:sym typeface="+mn-ea"/>
              </a:rPr>
              <a:t>Existing solutions often address isolated aspects such as imaging or simple record-keeping.</a:t>
            </a:r>
          </a:p>
          <a:p>
            <a:pPr marL="742950" indent="-742950" algn="just">
              <a:buFont typeface="+mj-lt"/>
              <a:buAutoNum type="arabicPeriod"/>
            </a:pPr>
            <a:r>
              <a:rPr lang="en-US" sz="3600" dirty="0">
                <a:solidFill>
                  <a:schemeClr val="accent3">
                    <a:lumMod val="10000"/>
                  </a:schemeClr>
                </a:solidFill>
                <a:latin typeface="Times New Roman" panose="02020603050405020304" pitchFamily="18" charset="0"/>
                <a:cs typeface="Times New Roman" panose="02020603050405020304" pitchFamily="18" charset="0"/>
                <a:sym typeface="+mn-ea"/>
              </a:rPr>
              <a:t>Limited support for end-to-end decision-making in veterinary practice, particularly for multi-species, rural, and resource-limited contexts. </a:t>
            </a:r>
          </a:p>
          <a:p>
            <a:pPr marL="742950" indent="-742950" algn="just">
              <a:buFont typeface="+mj-lt"/>
              <a:buAutoNum type="arabicPeriod"/>
            </a:pPr>
            <a:r>
              <a:rPr lang="en-US" sz="3600" dirty="0">
                <a:solidFill>
                  <a:schemeClr val="accent3">
                    <a:lumMod val="10000"/>
                  </a:schemeClr>
                </a:solidFill>
                <a:latin typeface="Times New Roman" panose="02020603050405020304" pitchFamily="18" charset="0"/>
                <a:cs typeface="Times New Roman" panose="02020603050405020304" pitchFamily="18" charset="0"/>
                <a:sym typeface="+mn-ea"/>
              </a:rPr>
              <a:t>A need for integrated platforms combining health record management, AI-based symptom analysis, and actionable recommendations.</a:t>
            </a:r>
            <a:endParaRPr lang="en-US" altLang="en-US" sz="3600" b="1" dirty="0">
              <a:solidFill>
                <a:schemeClr val="accent3">
                  <a:lumMod val="10000"/>
                </a:schemeClr>
              </a:solidFill>
              <a:effectLst>
                <a:outerShdw blurRad="38100" dist="19050" dir="2700000" algn="tl" rotWithShape="0">
                  <a:schemeClr val="dk1">
                    <a:alpha val="40000"/>
                  </a:schemeClr>
                </a:outerShdw>
              </a:effectLst>
              <a:latin typeface="Times New Roman" panose="02020603050405020304" pitchFamily="18" charset="0"/>
              <a:cs typeface="Times New Roman" panose="02020603050405020304" pitchFamily="18" charset="0"/>
              <a:sym typeface="+mn-ea"/>
            </a:endParaRPr>
          </a:p>
        </p:txBody>
      </p:sp>
      <p:sp>
        <p:nvSpPr>
          <p:cNvPr id="56" name="Text Box 43"/>
          <p:cNvSpPr txBox="1">
            <a:spLocks noChangeArrowheads="1"/>
          </p:cNvSpPr>
          <p:nvPr/>
        </p:nvSpPr>
        <p:spPr bwMode="auto">
          <a:xfrm>
            <a:off x="22614801" y="11245923"/>
            <a:ext cx="9254412" cy="2123658"/>
          </a:xfrm>
          <a:prstGeom prst="rect">
            <a:avLst/>
          </a:prstGeom>
          <a:noFill/>
          <a:ln w="9525">
            <a:noFill/>
            <a:miter lim="800000"/>
          </a:ln>
          <a:effectLst/>
        </p:spPr>
        <p:txBody>
          <a:bodyPr wrap="square">
            <a:spAutoFit/>
          </a:bodyPr>
          <a:lstStyle/>
          <a:p>
            <a:pPr defTabSz="4389120">
              <a:spcBef>
                <a:spcPct val="50000"/>
              </a:spcBef>
            </a:pPr>
            <a:r>
              <a:rPr lang="en-IN" altLang="en-US" sz="6600" b="1" dirty="0">
                <a:solidFill>
                  <a:schemeClr val="accent5">
                    <a:lumMod val="75000"/>
                  </a:schemeClr>
                </a:solidFill>
                <a:sym typeface="+mn-ea"/>
              </a:rPr>
              <a:t>COMPARISON WITH EXISTING METHODS</a:t>
            </a:r>
            <a:endParaRPr lang="en-US" sz="6600" b="1" dirty="0">
              <a:solidFill>
                <a:srgbClr val="003064"/>
              </a:solidFill>
            </a:endParaRPr>
          </a:p>
        </p:txBody>
      </p:sp>
      <p:graphicFrame>
        <p:nvGraphicFramePr>
          <p:cNvPr id="5" name="Table 4"/>
          <p:cNvGraphicFramePr>
            <a:graphicFrameLocks noGrp="1"/>
          </p:cNvGraphicFramePr>
          <p:nvPr>
            <p:extLst>
              <p:ext uri="{D42A27DB-BD31-4B8C-83A1-F6EECF244321}">
                <p14:modId xmlns:p14="http://schemas.microsoft.com/office/powerpoint/2010/main" val="2410198650"/>
              </p:ext>
            </p:extLst>
          </p:nvPr>
        </p:nvGraphicFramePr>
        <p:xfrm>
          <a:off x="23195799" y="14173776"/>
          <a:ext cx="8092416" cy="4798801"/>
        </p:xfrm>
        <a:graphic>
          <a:graphicData uri="http://schemas.openxmlformats.org/drawingml/2006/table">
            <a:tbl>
              <a:tblPr firstRow="1" bandRow="1">
                <a:tableStyleId>{5C22544A-7EE6-4342-B048-85BDC9FD1C3A}</a:tableStyleId>
              </a:tblPr>
              <a:tblGrid>
                <a:gridCol w="2697472">
                  <a:extLst>
                    <a:ext uri="{9D8B030D-6E8A-4147-A177-3AD203B41FA5}">
                      <a16:colId xmlns:a16="http://schemas.microsoft.com/office/drawing/2014/main" val="813537126"/>
                    </a:ext>
                  </a:extLst>
                </a:gridCol>
                <a:gridCol w="2697472">
                  <a:extLst>
                    <a:ext uri="{9D8B030D-6E8A-4147-A177-3AD203B41FA5}">
                      <a16:colId xmlns:a16="http://schemas.microsoft.com/office/drawing/2014/main" val="3634798812"/>
                    </a:ext>
                  </a:extLst>
                </a:gridCol>
                <a:gridCol w="2697472">
                  <a:extLst>
                    <a:ext uri="{9D8B030D-6E8A-4147-A177-3AD203B41FA5}">
                      <a16:colId xmlns:a16="http://schemas.microsoft.com/office/drawing/2014/main" val="2954635328"/>
                    </a:ext>
                  </a:extLst>
                </a:gridCol>
              </a:tblGrid>
              <a:tr h="461768">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Methods</a:t>
                      </a:r>
                      <a:endParaRPr lang="en-IN"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Parameter-1</a:t>
                      </a:r>
                      <a:endParaRPr lang="en-IN"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2400" dirty="0">
                          <a:solidFill>
                            <a:schemeClr val="tx1"/>
                          </a:solidFill>
                          <a:latin typeface="Times New Roman" panose="02020603050405020304" pitchFamily="18" charset="0"/>
                          <a:cs typeface="Times New Roman" panose="02020603050405020304" pitchFamily="18" charset="0"/>
                        </a:rPr>
                        <a:t>Parameter-2</a:t>
                      </a:r>
                      <a:endParaRPr lang="en-IN" sz="2400" dirty="0">
                        <a:solidFill>
                          <a:schemeClr val="tx1"/>
                        </a:solidFill>
                        <a:latin typeface="Times New Roman" panose="02020603050405020304" pitchFamily="18" charset="0"/>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98738309"/>
                  </a:ext>
                </a:extLst>
              </a:tr>
              <a:tr h="850626">
                <a:tc>
                  <a:txBody>
                    <a:bodyPr/>
                    <a:lstStyle/>
                    <a:p>
                      <a:pPr algn="ctr"/>
                      <a:r>
                        <a:rPr kumimoji="0" lang="en-US" sz="2400" b="1" kern="1200" dirty="0">
                          <a:solidFill>
                            <a:schemeClr val="tx1"/>
                          </a:solidFill>
                          <a:latin typeface="Times New Roman" panose="02020603050405020304" pitchFamily="18" charset="0"/>
                          <a:ea typeface="+mn-ea"/>
                          <a:cs typeface="Times New Roman" panose="02020603050405020304" pitchFamily="18" charset="0"/>
                        </a:rPr>
                        <a:t> Method-1</a:t>
                      </a:r>
                    </a:p>
                    <a:p>
                      <a:pPr algn="ctr"/>
                      <a:r>
                        <a:rPr kumimoji="0" lang="en-US" sz="2400" b="1" kern="1200" dirty="0">
                          <a:solidFill>
                            <a:schemeClr val="tx1"/>
                          </a:solidFill>
                          <a:latin typeface="Times New Roman" panose="02020603050405020304" pitchFamily="18" charset="0"/>
                          <a:ea typeface="+mn-ea"/>
                          <a:cs typeface="Times New Roman" panose="02020603050405020304" pitchFamily="18" charset="0"/>
                        </a:rPr>
                        <a:t>[Ref1] </a:t>
                      </a:r>
                      <a:endParaRPr kumimoji="0" lang="en-IN" sz="2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ML Based disease classification</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Limited to specific disease patterns</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06403113"/>
                  </a:ext>
                </a:extLst>
              </a:tr>
              <a:tr h="1239484">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400" b="1" kern="1200" dirty="0">
                          <a:solidFill>
                            <a:schemeClr val="tx1"/>
                          </a:solidFill>
                          <a:latin typeface="Times New Roman" panose="02020603050405020304" pitchFamily="18" charset="0"/>
                          <a:ea typeface="+mn-ea"/>
                          <a:cs typeface="Times New Roman" panose="02020603050405020304" pitchFamily="18" charset="0"/>
                        </a:rPr>
                        <a:t> Method-2 </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400" b="1" kern="1200" dirty="0">
                          <a:solidFill>
                            <a:schemeClr val="tx1"/>
                          </a:solidFill>
                          <a:latin typeface="Times New Roman" panose="02020603050405020304" pitchFamily="18" charset="0"/>
                          <a:ea typeface="+mn-ea"/>
                          <a:cs typeface="Times New Roman" panose="02020603050405020304" pitchFamily="18" charset="0"/>
                        </a:rPr>
                        <a:t>[Ref2]</a:t>
                      </a:r>
                      <a:endParaRPr kumimoji="0" lang="en-IN" sz="2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GPT-4o LLM</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Generic LLM approach </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00499068"/>
                  </a:ext>
                </a:extLst>
              </a:tr>
              <a:tr h="1058203">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400" b="1" kern="1200" dirty="0">
                          <a:solidFill>
                            <a:schemeClr val="tx1"/>
                          </a:solidFill>
                          <a:latin typeface="Times New Roman" panose="02020603050405020304" pitchFamily="18" charset="0"/>
                          <a:ea typeface="+mn-ea"/>
                          <a:cs typeface="Times New Roman" panose="02020603050405020304" pitchFamily="18" charset="0"/>
                        </a:rPr>
                        <a:t>Method-3</a:t>
                      </a:r>
                    </a:p>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2400" b="1" kern="1200" dirty="0">
                          <a:solidFill>
                            <a:schemeClr val="tx1"/>
                          </a:solidFill>
                          <a:latin typeface="Times New Roman" panose="02020603050405020304" pitchFamily="18" charset="0"/>
                          <a:ea typeface="+mn-ea"/>
                          <a:cs typeface="Times New Roman" panose="02020603050405020304" pitchFamily="18" charset="0"/>
                        </a:rPr>
                        <a:t>[Ref3]</a:t>
                      </a:r>
                      <a:endParaRPr kumimoji="0" lang="en-IN" sz="2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AWS Cloud 3-tier Architecture</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Scalable Infrastructure</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10204535"/>
                  </a:ext>
                </a:extLst>
              </a:tr>
              <a:tr h="890946">
                <a:tc>
                  <a:txBody>
                    <a:bodyPr/>
                    <a:lstStyle/>
                    <a:p>
                      <a:pPr algn="ctr"/>
                      <a:r>
                        <a:rPr kumimoji="0" lang="en-US" sz="2400" b="1" kern="1200" dirty="0">
                          <a:solidFill>
                            <a:schemeClr val="tx1"/>
                          </a:solidFill>
                          <a:latin typeface="Times New Roman" panose="02020603050405020304" pitchFamily="18" charset="0"/>
                          <a:ea typeface="+mn-ea"/>
                          <a:cs typeface="Times New Roman" panose="02020603050405020304" pitchFamily="18" charset="0"/>
                        </a:rPr>
                        <a:t>Proposed Method</a:t>
                      </a:r>
                      <a:endParaRPr kumimoji="0" lang="en-IN" sz="2400" b="1" kern="1200" dirty="0">
                        <a:solidFill>
                          <a:schemeClr val="tx1"/>
                        </a:solidFill>
                        <a:latin typeface="Times New Roman" panose="02020603050405020304" pitchFamily="18" charset="0"/>
                        <a:ea typeface="+mn-ea"/>
                        <a:cs typeface="Times New Roman" panose="02020603050405020304" pitchFamily="18" charset="0"/>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Integrated AI-Driven Web Application</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r>
                        <a:rPr lang="en-US" sz="2400" dirty="0">
                          <a:solidFill>
                            <a:schemeClr val="tx1"/>
                          </a:solidFill>
                          <a:latin typeface="Times New Roman" panose="02020603050405020304" pitchFamily="18" charset="0"/>
                          <a:cs typeface="Times New Roman" panose="02020603050405020304" pitchFamily="18" charset="0"/>
                        </a:rPr>
                        <a:t>Real Time Chatbot</a:t>
                      </a:r>
                      <a:endParaRPr lang="en-IN" sz="2400" dirty="0">
                        <a:solidFill>
                          <a:schemeClr val="tx1"/>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995927033"/>
                  </a:ext>
                </a:extLst>
              </a:tr>
            </a:tbl>
          </a:graphicData>
        </a:graphic>
      </p:graphicFrame>
      <p:sp>
        <p:nvSpPr>
          <p:cNvPr id="6" name="TextBox 5"/>
          <p:cNvSpPr txBox="1"/>
          <p:nvPr/>
        </p:nvSpPr>
        <p:spPr>
          <a:xfrm>
            <a:off x="24582681" y="13431992"/>
            <a:ext cx="4622739" cy="584775"/>
          </a:xfrm>
          <a:prstGeom prst="rect">
            <a:avLst/>
          </a:prstGeom>
          <a:noFill/>
        </p:spPr>
        <p:txBody>
          <a:bodyPr wrap="none" rtlCol="0">
            <a:spAutoFit/>
          </a:bodyPr>
          <a:lstStyle/>
          <a:p>
            <a:r>
              <a:rPr lang="en-US" sz="3200" dirty="0">
                <a:latin typeface="Times New Roman" panose="02020603050405020304" pitchFamily="18" charset="0"/>
                <a:cs typeface="Times New Roman" panose="02020603050405020304" pitchFamily="18" charset="0"/>
              </a:rPr>
              <a:t>Table 1: Comparison Table</a:t>
            </a:r>
            <a:endParaRPr lang="en-IN" sz="3200"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426A2129-538D-129B-FE0A-6FC6873FC5E2}"/>
              </a:ext>
            </a:extLst>
          </p:cNvPr>
          <p:cNvSpPr txBox="1"/>
          <p:nvPr/>
        </p:nvSpPr>
        <p:spPr>
          <a:xfrm>
            <a:off x="12395724" y="11521440"/>
            <a:ext cx="8613358" cy="1415772"/>
          </a:xfrm>
          <a:prstGeom prst="rect">
            <a:avLst/>
          </a:prstGeom>
          <a:noFill/>
        </p:spPr>
        <p:txBody>
          <a:bodyPr wrap="square" rtlCol="0">
            <a:spAutoFit/>
          </a:bodyPr>
          <a:lstStyle/>
          <a:p>
            <a:r>
              <a:rPr lang="en-US" dirty="0"/>
              <a:t> </a:t>
            </a:r>
            <a:endParaRPr lang="en-IN" dirty="0"/>
          </a:p>
        </p:txBody>
      </p:sp>
      <p:pic>
        <p:nvPicPr>
          <p:cNvPr id="14" name="Picture 13">
            <a:extLst>
              <a:ext uri="{FF2B5EF4-FFF2-40B4-BE49-F238E27FC236}">
                <a16:creationId xmlns:a16="http://schemas.microsoft.com/office/drawing/2014/main" id="{889176FB-5097-6C57-5DED-49F4AE175956}"/>
              </a:ext>
            </a:extLst>
          </p:cNvPr>
          <p:cNvPicPr>
            <a:picLocks noChangeAspect="1"/>
          </p:cNvPicPr>
          <p:nvPr/>
        </p:nvPicPr>
        <p:blipFill>
          <a:blip r:embed="rId8"/>
          <a:stretch>
            <a:fillRect/>
          </a:stretch>
        </p:blipFill>
        <p:spPr>
          <a:xfrm>
            <a:off x="12181725" y="10988164"/>
            <a:ext cx="8827357" cy="6341664"/>
          </a:xfrm>
          <a:prstGeom prst="rect">
            <a:avLst/>
          </a:prstGeom>
        </p:spPr>
      </p:pic>
      <p:sp>
        <p:nvSpPr>
          <p:cNvPr id="17" name="TextBox 16">
            <a:extLst>
              <a:ext uri="{FF2B5EF4-FFF2-40B4-BE49-F238E27FC236}">
                <a16:creationId xmlns:a16="http://schemas.microsoft.com/office/drawing/2014/main" id="{BF5690A6-0089-8915-7B73-396A8AD8E1D0}"/>
              </a:ext>
            </a:extLst>
          </p:cNvPr>
          <p:cNvSpPr txBox="1"/>
          <p:nvPr/>
        </p:nvSpPr>
        <p:spPr>
          <a:xfrm>
            <a:off x="13195139" y="17419899"/>
            <a:ext cx="7569843" cy="646331"/>
          </a:xfrm>
          <a:prstGeom prst="rect">
            <a:avLst/>
          </a:prstGeom>
          <a:noFill/>
        </p:spPr>
        <p:txBody>
          <a:bodyPr wrap="square" rtlCol="0">
            <a:spAutoFit/>
          </a:bodyPr>
          <a:lstStyle/>
          <a:p>
            <a:r>
              <a:rPr lang="en-IN" altLang="en-US" sz="3600" dirty="0">
                <a:latin typeface="Times New Roman" panose="02020603050405020304" pitchFamily="18" charset="0"/>
              </a:rPr>
              <a:t>Figure 2: Methodology</a:t>
            </a:r>
          </a:p>
        </p:txBody>
      </p:sp>
      <p:sp>
        <p:nvSpPr>
          <p:cNvPr id="9" name="TextBox 8">
            <a:extLst>
              <a:ext uri="{FF2B5EF4-FFF2-40B4-BE49-F238E27FC236}">
                <a16:creationId xmlns:a16="http://schemas.microsoft.com/office/drawing/2014/main" id="{C43FCB4E-DAEA-0205-658D-016BED681F2E}"/>
              </a:ext>
            </a:extLst>
          </p:cNvPr>
          <p:cNvSpPr txBox="1"/>
          <p:nvPr/>
        </p:nvSpPr>
        <p:spPr>
          <a:xfrm>
            <a:off x="22408400" y="7754948"/>
            <a:ext cx="9858981" cy="3974207"/>
          </a:xfrm>
          <a:prstGeom prst="rect">
            <a:avLst/>
          </a:prstGeom>
          <a:noFill/>
        </p:spPr>
        <p:txBody>
          <a:bodyPr wrap="square" rtlCol="0">
            <a:spAutoFit/>
          </a:bodyPr>
          <a:lstStyle/>
          <a:p>
            <a:pPr algn="just"/>
            <a:r>
              <a:rPr lang="en-US" sz="3600" dirty="0">
                <a:latin typeface="Times New Roman" panose="02020603050405020304" pitchFamily="18" charset="0"/>
                <a:cs typeface="Times New Roman" panose="02020603050405020304" pitchFamily="18" charset="0"/>
              </a:rPr>
              <a:t>3. The assistant recommends required &amp; provides timely alerts and reminders. It organizes all health-related data professionally, improving workflow &amp; overall veterinary management.</a:t>
            </a:r>
          </a:p>
          <a:p>
            <a:pPr algn="just"/>
            <a:r>
              <a:rPr lang="en-US" sz="3600" dirty="0">
                <a:latin typeface="Times New Roman" panose="02020603050405020304" pitchFamily="18" charset="0"/>
                <a:cs typeface="Times New Roman" panose="02020603050405020304" pitchFamily="18" charset="0"/>
              </a:rPr>
              <a:t>4. This ensures doctors always have accurate, up-to-date information at the moment of consultation.</a:t>
            </a:r>
          </a:p>
          <a:p>
            <a:pPr algn="just"/>
            <a:endParaRPr lang="en-IN" sz="3600"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607B765F-1A2D-C00D-9F50-1ECAFDA48F76}"/>
              </a:ext>
            </a:extLst>
          </p:cNvPr>
          <p:cNvSpPr txBox="1"/>
          <p:nvPr/>
        </p:nvSpPr>
        <p:spPr>
          <a:xfrm>
            <a:off x="1409700" y="19450050"/>
            <a:ext cx="8153400" cy="646331"/>
          </a:xfrm>
          <a:prstGeom prst="rect">
            <a:avLst/>
          </a:prstGeom>
          <a:noFill/>
        </p:spPr>
        <p:txBody>
          <a:bodyPr wrap="square" rtlCol="0">
            <a:spAutoFit/>
          </a:bodyPr>
          <a:lstStyle/>
          <a:p>
            <a:r>
              <a:rPr lang="en-US" sz="3600" dirty="0">
                <a:latin typeface="Times New Roman" panose="02020603050405020304" pitchFamily="18" charset="0"/>
                <a:cs typeface="Times New Roman" panose="02020603050405020304" pitchFamily="18" charset="0"/>
              </a:rPr>
              <a:t>Figure 1: </a:t>
            </a:r>
            <a:r>
              <a:rPr lang="en-IN" sz="3600" dirty="0">
                <a:latin typeface="Times New Roman" panose="02020603050405020304" pitchFamily="18" charset="0"/>
                <a:cs typeface="Times New Roman" panose="02020603050405020304" pitchFamily="18" charset="0"/>
              </a:rPr>
              <a:t>Smart AI-Driven Animal Care</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Trek">
  <a:themeElements>
    <a:clrScheme name="Verve">
      <a:dk1>
        <a:sysClr val="windowText" lastClr="000000"/>
      </a:dk1>
      <a:lt1>
        <a:sysClr val="window" lastClr="FFFFFF"/>
      </a:lt1>
      <a:dk2>
        <a:srgbClr val="666666"/>
      </a:dk2>
      <a:lt2>
        <a:srgbClr val="D2D2D2"/>
      </a:lt2>
      <a:accent1>
        <a:srgbClr val="FF388C"/>
      </a:accent1>
      <a:accent2>
        <a:srgbClr val="E40059"/>
      </a:accent2>
      <a:accent3>
        <a:srgbClr val="9C007F"/>
      </a:accent3>
      <a:accent4>
        <a:srgbClr val="68007F"/>
      </a:accent4>
      <a:accent5>
        <a:srgbClr val="005BD3"/>
      </a:accent5>
      <a:accent6>
        <a:srgbClr val="00349E"/>
      </a:accent6>
      <a:hlink>
        <a:srgbClr val="17BBFD"/>
      </a:hlink>
      <a:folHlink>
        <a:srgbClr val="FF79C2"/>
      </a:folHlink>
    </a:clrScheme>
    <a:fontScheme name="Trek">
      <a:majorFont>
        <a:latin typeface="Franklin Gothic Medium"/>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Franklin Gothic Book"/>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minorFont>
    </a:fontScheme>
    <a:fmtScheme name="Trek">
      <a:fillStyleLst>
        <a:solidFill>
          <a:schemeClr val="phClr"/>
        </a:solidFill>
        <a:gradFill rotWithShape="1">
          <a:gsLst>
            <a:gs pos="0">
              <a:schemeClr val="phClr">
                <a:tint val="30000"/>
                <a:satMod val="250000"/>
              </a:schemeClr>
            </a:gs>
            <a:gs pos="72000">
              <a:schemeClr val="phClr">
                <a:tint val="75000"/>
                <a:satMod val="210000"/>
              </a:schemeClr>
            </a:gs>
            <a:gs pos="100000">
              <a:schemeClr val="phClr">
                <a:tint val="85000"/>
                <a:satMod val="210000"/>
              </a:schemeClr>
            </a:gs>
          </a:gsLst>
          <a:lin ang="5400000" scaled="1"/>
        </a:gradFill>
        <a:gradFill rotWithShape="1">
          <a:gsLst>
            <a:gs pos="0">
              <a:schemeClr val="phClr">
                <a:tint val="75000"/>
                <a:shade val="85000"/>
                <a:satMod val="230000"/>
              </a:schemeClr>
            </a:gs>
            <a:gs pos="25000">
              <a:schemeClr val="phClr">
                <a:tint val="90000"/>
                <a:shade val="70000"/>
                <a:satMod val="220000"/>
              </a:schemeClr>
            </a:gs>
            <a:gs pos="50000">
              <a:schemeClr val="phClr">
                <a:tint val="90000"/>
                <a:shade val="58000"/>
                <a:satMod val="225000"/>
              </a:schemeClr>
            </a:gs>
            <a:gs pos="65000">
              <a:schemeClr val="phClr">
                <a:tint val="90000"/>
                <a:shade val="58000"/>
                <a:satMod val="225000"/>
              </a:schemeClr>
            </a:gs>
            <a:gs pos="80000">
              <a:schemeClr val="phClr">
                <a:tint val="90000"/>
                <a:shade val="69000"/>
                <a:satMod val="220000"/>
              </a:schemeClr>
            </a:gs>
            <a:gs pos="100000">
              <a:schemeClr val="phClr">
                <a:tint val="77000"/>
                <a:shade val="80000"/>
                <a:satMod val="230000"/>
              </a:schemeClr>
            </a:gs>
          </a:gsLst>
          <a:lin ang="5400000" scaled="1"/>
        </a:gradFill>
      </a:fillStyleLst>
      <a:lnStyleLst>
        <a:ln w="10000" cap="flat" cmpd="sng" algn="ctr">
          <a:solidFill>
            <a:schemeClr val="ph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76200" dist="50800" dir="5400000" rotWithShape="0">
              <a:srgbClr val="4E3B30">
                <a:alpha val="60000"/>
              </a:srgbClr>
            </a:outerShdw>
          </a:effectLst>
        </a:effectStyle>
        <a:effectStyle>
          <a:effectLst>
            <a:outerShdw blurRad="76200" dist="50800" dir="5400000" rotWithShape="0">
              <a:srgbClr val="4E3B30">
                <a:alpha val="60000"/>
              </a:srgbClr>
            </a:outerShdw>
          </a:effectLst>
          <a:scene3d>
            <a:camera prst="orthographicFront">
              <a:rot lat="0" lon="0" rev="0"/>
            </a:camera>
            <a:lightRig rig="threePt" dir="tl">
              <a:rot lat="0" lon="0" rev="0"/>
            </a:lightRig>
          </a:scene3d>
          <a:sp3d prstMaterial="metal">
            <a:bevelT w="10000" h="10000"/>
          </a:sp3d>
        </a:effectStyle>
        <a:effectStyle>
          <a:effectLst>
            <a:outerShdw blurRad="76200" dist="50800" dir="5400000" rotWithShape="0">
              <a:srgbClr val="4E3B30">
                <a:alpha val="60000"/>
              </a:srgbClr>
            </a:outerShdw>
          </a:effectLst>
          <a:scene3d>
            <a:camera prst="obliqueTopLeft" fov="600000">
              <a:rot lat="0" lon="0" rev="0"/>
            </a:camera>
            <a:lightRig rig="balanced" dir="t">
              <a:rot lat="0" lon="0" rev="19200000"/>
            </a:lightRig>
          </a:scene3d>
          <a:sp3d contourW="12700" prstMaterial="matte">
            <a:bevelT w="60000" h="50800"/>
            <a:contourClr>
              <a:schemeClr val="phClr">
                <a:shade val="60000"/>
                <a:satMod val="110000"/>
              </a:schemeClr>
            </a:contourClr>
          </a:sp3d>
        </a:effectStyle>
      </a:effectStyleLst>
      <a:bgFillStyleLst>
        <a:solidFill>
          <a:schemeClr val="phClr"/>
        </a:solidFill>
        <a:blipFill>
          <a:blip xmlns:r="http://schemas.openxmlformats.org/officeDocument/2006/relationships" r:embed="rId1">
            <a:duotone>
              <a:schemeClr val="phClr">
                <a:shade val="90000"/>
                <a:satMod val="150000"/>
              </a:schemeClr>
              <a:schemeClr val="phClr">
                <a:tint val="88000"/>
                <a:satMod val="105000"/>
              </a:schemeClr>
            </a:duotone>
          </a:blip>
          <a:tile tx="0" ty="0" sx="95000" sy="95000" flip="none" algn="t"/>
        </a:blipFill>
        <a:blipFill>
          <a:blip xmlns:r="http://schemas.openxmlformats.org/officeDocument/2006/relationships" r:embed="rId2">
            <a:duotone>
              <a:schemeClr val="phClr">
                <a:shade val="30000"/>
                <a:satMod val="455000"/>
              </a:schemeClr>
              <a:schemeClr val="phClr">
                <a:tint val="95000"/>
                <a:satMod val="120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583</TotalTime>
  <Words>855</Words>
  <Application>Microsoft Office PowerPoint</Application>
  <PresentationFormat>Custom</PresentationFormat>
  <Paragraphs>75</Paragraphs>
  <Slides>1</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vt:i4>
      </vt:variant>
    </vt:vector>
  </HeadingPairs>
  <TitlesOfParts>
    <vt:vector size="9" baseType="lpstr">
      <vt:lpstr>Arial</vt:lpstr>
      <vt:lpstr>Franklin Gothic Book</vt:lpstr>
      <vt:lpstr>Franklin Gothic Medium</vt:lpstr>
      <vt:lpstr>Palatino Linotype</vt:lpstr>
      <vt:lpstr>Times New Roman</vt:lpstr>
      <vt:lpstr>Wingdings</vt:lpstr>
      <vt:lpstr>Wingdings 2</vt:lpstr>
      <vt:lpstr>Trek</vt:lpstr>
      <vt:lpstr>PowerPoint Presentation</vt:lpstr>
    </vt:vector>
  </TitlesOfParts>
  <Company>MegaPrint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36x48 Horizontal Poster</dc:title>
  <dc:creator>Ethan Shulda;www.postersession.com</dc:creator>
  <cp:keywords>www.postersession.com</cp:keywords>
  <dc:description>©MegaPrint Inc. 2009-2015</dc:description>
  <cp:lastModifiedBy>mahima k</cp:lastModifiedBy>
  <cp:revision>190</cp:revision>
  <cp:lastPrinted>2011-03-08T18:07:00Z</cp:lastPrinted>
  <dcterms:created xsi:type="dcterms:W3CDTF">2008-12-04T00:20:00Z</dcterms:created>
  <dcterms:modified xsi:type="dcterms:W3CDTF">2025-11-28T03:46:36Z</dcterms:modified>
  <cp:category>Research Poster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1033-10.2.0.6020</vt:lpwstr>
  </property>
</Properties>
</file>